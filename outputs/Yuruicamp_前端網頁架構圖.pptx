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d06fcc89e4dff" /><Relationship Type="http://schemas.openxmlformats.org/officeDocument/2006/relationships/extended-properties" Target="/docProps/app.xml" Id="Re60aa0c1a2ca4f05" /><Relationship Type="http://schemas.openxmlformats.org/officeDocument/2006/relationships/officeDocument" Target="/ppt/presentation.xml" Id="R6f8e9807238843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b9888a5d44f09"/>
  </p:sldMasterIdLst>
  <p:notesMasterIdLst>
    <p:notesMasterId xmlns:r="http://schemas.openxmlformats.org/officeDocument/2006/relationships" r:id="Ra5450c3d417f491a"/>
  </p:notesMasterIdLst>
  <p:sldIdLst>
    <p:sldId xmlns:r="http://schemas.openxmlformats.org/officeDocument/2006/relationships" id="256" r:id="R4dffd64585aa45f7"/>
    <p:sldId xmlns:r="http://schemas.openxmlformats.org/officeDocument/2006/relationships" id="257" r:id="R2a398330b35a4d1f"/>
    <p:sldId xmlns:r="http://schemas.openxmlformats.org/officeDocument/2006/relationships" id="258" r:id="Re16fbf54e1ef49b8"/>
    <p:sldId xmlns:r="http://schemas.openxmlformats.org/officeDocument/2006/relationships" id="259" r:id="Rc6ba183d6e3b4ac6"/>
    <p:sldId xmlns:r="http://schemas.openxmlformats.org/officeDocument/2006/relationships" id="260" r:id="R0347390d678c4834"/>
    <p:sldId xmlns:r="http://schemas.openxmlformats.org/officeDocument/2006/relationships" id="261" r:id="R0caa42ee174b4dea"/>
    <p:sldId xmlns:r="http://schemas.openxmlformats.org/officeDocument/2006/relationships" id="262" r:id="R2034d2cd35184b83"/>
    <p:sldId xmlns:r="http://schemas.openxmlformats.org/officeDocument/2006/relationships" id="263" r:id="R73906b4c90e6446b"/>
    <p:sldId xmlns:r="http://schemas.openxmlformats.org/officeDocument/2006/relationships" id="264" r:id="R93e04a0ffc564c61"/>
    <p:sldId xmlns:r="http://schemas.openxmlformats.org/officeDocument/2006/relationships" id="265" r:id="R8edb22a7b37e42b6"/>
    <p:sldId xmlns:r="http://schemas.openxmlformats.org/officeDocument/2006/relationships" id="266" r:id="R8222c3671f26460c"/>
    <p:sldId xmlns:r="http://schemas.openxmlformats.org/officeDocument/2006/relationships" id="267" r:id="R460f887bfd5f45f0"/>
  </p:sldIdLst>
  <p:sldSz cx="9906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D31BC915-F029-0F12-64CD-594EAC47ED02}" name="紀柔 湯" initials="紀湯" userId="254cd3df6455e502" providerId="Windows Live"/>
  <p188:author id="{95582667-6102-27E7-ED8E-01A166EB4B6B}" name="Guest User" initials="GU" userId="Guest User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327F97BB-C833-4FB7-BDE5-3F7075034690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1f77347304dc4" /><Relationship Type="http://schemas.openxmlformats.org/officeDocument/2006/relationships/slideMaster" Target="/ppt/slideMasters/slideMaster1.xml" Id="Ree5b9888a5d44f09" /><Relationship Type="http://schemas.openxmlformats.org/officeDocument/2006/relationships/notesMaster" Target="/ppt/notesMasters/notesMaster1.xml" Id="Ra5450c3d417f491a" /><Relationship Type="http://schemas.openxmlformats.org/officeDocument/2006/relationships/presProps" Target="/ppt/presProps.xml" Id="R36526f57415b4160" /><Relationship Type="http://schemas.openxmlformats.org/officeDocument/2006/relationships/viewProps" Target="/ppt/viewProps.xml" Id="R367c46a8dd604853" /><Relationship Type="http://schemas.openxmlformats.org/officeDocument/2006/relationships/tableStyles" Target="/ppt/tableStyles.xml" Id="R49d0a062912f404b" /><Relationship Type="http://schemas.microsoft.com/office/2018/10/relationships/authors" Target="/ppt/authors.xml" Id="R344ede04d6aa45f7" /><Relationship Type="http://schemas.openxmlformats.org/officeDocument/2006/relationships/slide" Target="/ppt/slides/slide1.xml" Id="R4dffd64585aa45f7" /><Relationship Type="http://schemas.openxmlformats.org/officeDocument/2006/relationships/slide" Target="/ppt/slides/slide2.xml" Id="R2a398330b35a4d1f" /><Relationship Type="http://schemas.openxmlformats.org/officeDocument/2006/relationships/slide" Target="/ppt/slides/slide3.xml" Id="Re16fbf54e1ef49b8" /><Relationship Type="http://schemas.openxmlformats.org/officeDocument/2006/relationships/slide" Target="/ppt/slides/slide4.xml" Id="Rc6ba183d6e3b4ac6" /><Relationship Type="http://schemas.openxmlformats.org/officeDocument/2006/relationships/slide" Target="/ppt/slides/slide5.xml" Id="R0347390d678c4834" /><Relationship Type="http://schemas.openxmlformats.org/officeDocument/2006/relationships/slide" Target="/ppt/slides/slide6.xml" Id="R0caa42ee174b4dea" /><Relationship Type="http://schemas.openxmlformats.org/officeDocument/2006/relationships/slide" Target="/ppt/slides/slide7.xml" Id="R2034d2cd35184b83" /><Relationship Type="http://schemas.openxmlformats.org/officeDocument/2006/relationships/slide" Target="/ppt/slides/slide8.xml" Id="R73906b4c90e6446b" /><Relationship Type="http://schemas.openxmlformats.org/officeDocument/2006/relationships/slide" Target="/ppt/slides/slide9.xml" Id="R93e04a0ffc564c61" /><Relationship Type="http://schemas.openxmlformats.org/officeDocument/2006/relationships/slide" Target="/ppt/slides/slide10.xml" Id="R8edb22a7b37e42b6" /><Relationship Type="http://schemas.openxmlformats.org/officeDocument/2006/relationships/slide" Target="/ppt/slides/slide11.xml" Id="R8222c3671f26460c" /><Relationship Type="http://schemas.openxmlformats.org/officeDocument/2006/relationships/slide" Target="/ppt/slides/slide12.xml" Id="R460f887bfd5f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632882829c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6c099c97a4a2d" /><Relationship Type="http://schemas.openxmlformats.org/officeDocument/2006/relationships/notesMaster" Target="/ppt/notesMasters/notesMaster1.xml" Id="R48b1170ce0c445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416c858174b89" /><Relationship Type="http://schemas.openxmlformats.org/officeDocument/2006/relationships/notesMaster" Target="/ppt/notesMasters/notesMaster1.xml" Id="R93666bc3fd0b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eba0f814e447b2" /><Relationship Type="http://schemas.openxmlformats.org/officeDocument/2006/relationships/notesMaster" Target="/ppt/notesMasters/notesMaster1.xml" Id="R654a1dc3a050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7a465d60743c0" /><Relationship Type="http://schemas.openxmlformats.org/officeDocument/2006/relationships/notesMaster" Target="/ppt/notesMasters/notesMaster1.xml" Id="R6460f0f811fa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72de3eb274410" /><Relationship Type="http://schemas.openxmlformats.org/officeDocument/2006/relationships/notesMaster" Target="/ppt/notesMasters/notesMaster1.xml" Id="R8e0699d506a4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ee7d1cf1ad4d91" /><Relationship Type="http://schemas.openxmlformats.org/officeDocument/2006/relationships/notesMaster" Target="/ppt/notesMasters/notesMaster1.xml" Id="R883cab1f1b24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c0e285f98a4c35" /><Relationship Type="http://schemas.openxmlformats.org/officeDocument/2006/relationships/notesMaster" Target="/ppt/notesMasters/notesMaster1.xml" Id="Rec5ce81cd6a442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c189ce23c455a" /><Relationship Type="http://schemas.openxmlformats.org/officeDocument/2006/relationships/notesMaster" Target="/ppt/notesMasters/notesMaster1.xml" Id="R20cb8d7abf22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7443423be84708" /><Relationship Type="http://schemas.openxmlformats.org/officeDocument/2006/relationships/notesMaster" Target="/ppt/notesMasters/notesMaster1.xml" Id="R2180430dc9cc41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1cdbbdf2e944a1" /><Relationship Type="http://schemas.openxmlformats.org/officeDocument/2006/relationships/notesMaster" Target="/ppt/notesMasters/notesMaster1.xml" Id="R4080067b217243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88ca2bfb3a41e0" /><Relationship Type="http://schemas.openxmlformats.org/officeDocument/2006/relationships/notesMaster" Target="/ppt/notesMasters/notesMaster1.xml" Id="Rd6434d52f4bb49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0a4406fc4044fb" /><Relationship Type="http://schemas.openxmlformats.org/officeDocument/2006/relationships/notesMaster" Target="/ppt/notesMasters/notesMaster1.xml" Id="Rf2ee6303cf4c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d6049e6284c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d5751fcac47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96c56413c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b5803161f42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396818dda45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08f92210c4d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83f74834340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31203cf394d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f2309dcc247a9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DC9FA2-63E0-4001-9B98-28D7AF27EF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32520" y="2708920"/>
            <a:ext cx="8640960" cy="72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r>
              <a:t>封面</a:t>
            </a:r>
            <a:r>
              <a:t>/</a:t>
            </a:r>
            <a:r>
              <a:t>區塊</a:t>
            </a:r>
          </a:p>
        </p:txBody>
      </p:sp>
      <p:sp>
        <p:nvSpPr>
          <p:cNvPr id="6" name="副標題 2">
            <a:extLst xmlns:a="http://schemas.openxmlformats.org/drawingml/2006/main">
              <a:ext uri="{FF2B5EF4-FFF2-40B4-BE49-F238E27FC236}">
                <a16:creationId xmlns:a16="http://schemas.microsoft.com/office/drawing/2014/main" id="{1B19E6A4-B77A-4523-B30E-FFFB793DEA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52600" y="3789040"/>
            <a:ext cx="7200800" cy="108012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20EFA1-E88E-4486-9645-C58FF61FF4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65600" y="979200"/>
            <a:ext cx="7775832" cy="468052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0D8C15F-E7DF-44A9-9A81-69D93CAF8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1A7810B-6D3B-4E29-B908-5BC3089B86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520" y="1124744"/>
            <a:ext cx="8640960" cy="4680520"/>
          </a:xfrm>
        </p:spPr>
        <p:txBody>
          <a:bodyPr xmlns:a="http://schemas.openxmlformats.org/drawingml/2006/main" vert="eaVert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5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CDB1494E-DC58-4178-A301-C18020150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AD0E99D2-5C49-4A29-9C59-F5AC1B227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3536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  <p:sp>
        <p:nvSpPr>
          <p:cNvPr id="5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9CD829E-C7D1-4FF3-BABA-3C7D9D84FF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32520" y="1088740"/>
            <a:ext cx="8640960" cy="514857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內容版面配置區 6">
            <a:extLst xmlns:a="http://schemas.openxmlformats.org/drawingml/2006/main">
              <a:ext uri="{FF2B5EF4-FFF2-40B4-BE49-F238E27FC236}">
                <a16:creationId xmlns:a16="http://schemas.microsoft.com/office/drawing/2014/main" id="{42B910CF-4517-4949-A07D-45D71238DF1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9" name="內容版面配置區 8">
            <a:extLst xmlns:a="http://schemas.openxmlformats.org/drawingml/2006/main">
              <a:ext uri="{FF2B5EF4-FFF2-40B4-BE49-F238E27FC236}">
                <a16:creationId xmlns:a16="http://schemas.microsoft.com/office/drawing/2014/main" id="{3761BDEB-4BA3-45EC-BFE4-5894371A064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150340" y="1124744"/>
            <a:ext cx="4105275" cy="50403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8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7F465828-56CD-411B-8C36-1DBF6A809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86DE171-29D5-4100-97AD-DBDE8FF1D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16897" y="1124744"/>
            <a:ext cx="5259982" cy="518457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rgbClr val="FFFFFF"/>
                </a:solidFill>
              </a:defRPr>
            </a:lvl1pPr>
            <a:lvl2pPr>
              <a:buNone/>
              <a:defRPr sz="2400">
                <a:solidFill>
                  <a:srgbClr val="FFFFFF"/>
                </a:solidFill>
              </a:defRPr>
            </a:lvl2pPr>
            <a:lvl3pPr>
              <a:buNone/>
              <a:defRPr sz="2000">
                <a:solidFill>
                  <a:srgbClr val="FFFFFF"/>
                </a:solidFill>
              </a:defRPr>
            </a:lvl3pPr>
            <a:lvl4pPr>
              <a:buNone/>
              <a:defRPr sz="1800">
                <a:solidFill>
                  <a:srgbClr val="FFFFFF"/>
                </a:solidFill>
              </a:defRPr>
            </a:lvl4pPr>
            <a:lvl5pPr>
              <a:buNone/>
              <a:defRPr sz="1800">
                <a:solidFill>
                  <a:srgbClr val="FFFFFF"/>
                </a:solidFill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D7ABCFC-833B-463E-83F3-BE7C896B81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120" y="1124744"/>
            <a:ext cx="3197327" cy="518457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  <p:sp>
        <p:nvSpPr>
          <p:cNvPr id="7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FCAF6C8-B59C-44BD-9074-EAFBB5179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86586704-62D0-4137-9319-3DFD15F80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de0e5cbd2e0471a" /><Relationship Type="http://schemas.openxmlformats.org/officeDocument/2006/relationships/theme" Target="/ppt/slideMasters/theme/theme2.xml" Id="R01ec5b78e79e4d09" /><Relationship Type="http://schemas.openxmlformats.org/officeDocument/2006/relationships/slideLayout" Target="/ppt/slideLayouts/slideLayout1.xml" Id="R2cb24e4543e949d7" /><Relationship Type="http://schemas.openxmlformats.org/officeDocument/2006/relationships/slideLayout" Target="/ppt/slideLayouts/slideLayout2.xml" Id="R542b98295ee94f52" /><Relationship Type="http://schemas.openxmlformats.org/officeDocument/2006/relationships/slideLayout" Target="/ppt/slideLayouts/slideLayout3.xml" Id="Rd2364e3b31164e38" /><Relationship Type="http://schemas.openxmlformats.org/officeDocument/2006/relationships/slideLayout" Target="/ppt/slideLayouts/slideLayout4.xml" Id="R8543f5fb2a5f4036" /><Relationship Type="http://schemas.openxmlformats.org/officeDocument/2006/relationships/slideLayout" Target="/ppt/slideLayouts/slideLayout5.xml" Id="R4e18d46c15aa4a99" /><Relationship Type="http://schemas.openxmlformats.org/officeDocument/2006/relationships/slideLayout" Target="/ppt/slideLayouts/slideLayout6.xml" Id="Rf2bf8144ed3e466f" /><Relationship Type="http://schemas.openxmlformats.org/officeDocument/2006/relationships/slideLayout" Target="/ppt/slideLayouts/slideLayout7.xml" Id="R1c1e4aec42e84589" /><Relationship Type="http://schemas.openxmlformats.org/officeDocument/2006/relationships/slideLayout" Target="/ppt/slideLayouts/slideLayout8.xml" Id="R2488e4b85faa40b3" /><Relationship Type="http://schemas.openxmlformats.org/officeDocument/2006/relationships/slideLayout" Target="/ppt/slideLayouts/slideLayout9.xml" Id="Raa516baa87f4427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e0e5cbd2e047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470CDB4-0E4F-4E70-98D1-CC334BC4A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5600" y="979200"/>
            <a:ext cx="7776000" cy="49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第一層 </a:t>
            </a:r>
            <a:r>
              <a:t>28</a:t>
            </a:r>
            <a:r>
              <a:t>號 粗體</a:t>
            </a:r>
          </a:p>
          <a:p xmlns:a="http://schemas.openxmlformats.org/drawingml/2006/main">
            <a:pPr>
              <a:buNone/>
            </a:pPr>
            <a:r>
              <a:t>第二層 </a:t>
            </a:r>
            <a:r>
              <a:t>24</a:t>
            </a:r>
            <a:r>
              <a:t>號 </a:t>
            </a:r>
          </a:p>
          <a:p xmlns:a="http://schemas.openxmlformats.org/drawingml/2006/main">
            <a:pPr>
              <a:buNone/>
            </a:pPr>
            <a:r>
              <a:t>第三層 </a:t>
            </a:r>
            <a:r>
              <a:t>20</a:t>
            </a:r>
            <a:r>
              <a:t>號</a:t>
            </a:r>
          </a:p>
          <a:p xmlns:a="http://schemas.openxmlformats.org/drawingml/2006/main">
            <a:pPr>
              <a:buNone/>
            </a:pPr>
            <a:r>
              <a:t>第四層 </a:t>
            </a:r>
            <a:r>
              <a:t>18</a:t>
            </a:r>
            <a:r>
              <a:t>號</a:t>
            </a:r>
          </a:p>
          <a:p xmlns:a="http://schemas.openxmlformats.org/drawingml/2006/main">
            <a:pPr>
              <a:buNone/>
            </a:pPr>
            <a:r>
              <a:t>第五層 </a:t>
            </a:r>
            <a:r>
              <a:t>18</a:t>
            </a:r>
            <a:r>
              <a:t>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E76C52-8C3F-47FC-AC3A-D2958C9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956" y="6647583"/>
            <a:ext cx="792087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8F4EACC7-37E3-43A5-A5FB-BEB9CE95D266}" type="slidenum">
              <a:rPr sz="1000">
                <a:solidFill>
                  <a:schemeClr val="bg1"/>
                </a:solidFill>
              </a:rPr>
              <a:t>‹#›</a:t>
            </a:fld>
          </a:p>
        </p:txBody>
      </p:sp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DC940624-B8BB-4D43-BDEC-799DCE82B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7" y="72009"/>
            <a:ext cx="8543925" cy="6926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24e4543e949d7"/>
    <p:sldLayoutId xmlns:r="http://schemas.openxmlformats.org/officeDocument/2006/relationships" id="2147483650" r:id="R542b98295ee94f52"/>
    <p:sldLayoutId xmlns:r="http://schemas.openxmlformats.org/officeDocument/2006/relationships" id="2147483651" r:id="Rd2364e3b31164e38"/>
    <p:sldLayoutId xmlns:r="http://schemas.openxmlformats.org/officeDocument/2006/relationships" id="2147483652" r:id="R8543f5fb2a5f4036"/>
    <p:sldLayoutId xmlns:r="http://schemas.openxmlformats.org/officeDocument/2006/relationships" id="2147483653" r:id="R4e18d46c15aa4a99"/>
    <p:sldLayoutId xmlns:r="http://schemas.openxmlformats.org/officeDocument/2006/relationships" id="2147483654" r:id="Rf2bf8144ed3e466f"/>
    <p:sldLayoutId xmlns:r="http://schemas.openxmlformats.org/officeDocument/2006/relationships" id="2147483655" r:id="R1c1e4aec42e84589"/>
    <p:sldLayoutId xmlns:r="http://schemas.openxmlformats.org/officeDocument/2006/relationships" id="2147483656" r:id="R2488e4b85faa40b3"/>
    <p:sldLayoutId xmlns:r="http://schemas.openxmlformats.org/officeDocument/2006/relationships" id="2147483657" r:id="Raa516baa87f4427d"/>
  </p:sldLayoutIdLst>
  <p:hf hdr="0" ftr="0"/>
  <p:txStyles>
    <p:titleStyle>
      <a:lvl1pPr xmlns:a="http://schemas.openxmlformats.org/drawingml/2006/main" algn="ctr" defTabSz="914400">
        <a:spcBef>
          <a:spcPct val="0"/>
        </a:spcBef>
        <a:buNone/>
        <a:defRPr sz="3600" b="1" kern="1200" spc="300">
          <a:solidFill>
            <a:srgbClr val="FFC000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342900" indent="-3429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/>
        <a:buChar char="l"/>
        <a:defRPr sz="2800" b="1" kern="1200">
          <a:solidFill>
            <a:schemeClr val="bg1"/>
          </a:solidFill>
          <a:latin typeface="微軟正黑體"/>
          <a:ea typeface="微軟正黑體"/>
          <a:cs typeface="微軟正黑體"/>
        </a:defRPr>
      </a:lvl1pPr>
      <a:lvl2pPr xmlns:a="http://schemas.openxmlformats.org/drawingml/2006/main" marL="714375" indent="-352425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2"/>
        </a:buClr>
        <a:buFont typeface="Wingdings"/>
        <a:buChar char="u"/>
        <a:defRPr sz="2400" b="0" kern="1200">
          <a:solidFill>
            <a:schemeClr val="bg1"/>
          </a:solidFill>
          <a:latin typeface="微軟正黑體"/>
          <a:ea typeface="微軟正黑體"/>
          <a:cs typeface="微軟正黑體"/>
        </a:defRPr>
      </a:lvl2pPr>
      <a:lvl3pPr xmlns:a="http://schemas.openxmlformats.org/drawingml/2006/main" marL="990600" indent="-276225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Wingdings"/>
        <a:buChar char="p"/>
        <a:defRPr sz="2000" kern="1200">
          <a:solidFill>
            <a:schemeClr val="bg1"/>
          </a:solidFill>
          <a:latin typeface="微軟正黑體"/>
          <a:ea typeface="微軟正黑體"/>
          <a:cs typeface="微軟正黑體"/>
        </a:defRPr>
      </a:lvl3pPr>
      <a:lvl4pPr xmlns:a="http://schemas.openxmlformats.org/drawingml/2006/main" marL="1257300" indent="-2667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 typeface="Wingdings"/>
        <a:buChar char="n"/>
        <a:defRPr sz="1800" kern="1200">
          <a:solidFill>
            <a:schemeClr val="bg1"/>
          </a:solidFill>
          <a:latin typeface="微軟正黑體"/>
          <a:ea typeface="微軟正黑體"/>
          <a:cs typeface="微軟正黑體"/>
        </a:defRPr>
      </a:lvl4pPr>
      <a:lvl5pPr xmlns:a="http://schemas.openxmlformats.org/drawingml/2006/main" marL="1524000" indent="-2667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5"/>
        </a:buClr>
        <a:buFont typeface="Arial"/>
        <a:buChar char="»"/>
        <a:defRPr sz="1800" kern="1200">
          <a:solidFill>
            <a:schemeClr val="bg1"/>
          </a:solidFill>
          <a:latin typeface="微軟正黑體"/>
          <a:ea typeface="微軟正黑體"/>
          <a:cs typeface="微軟正黑體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12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5db32767840d4" /><Relationship Type="http://schemas.openxmlformats.org/officeDocument/2006/relationships/notesSlide" Target="/ppt/notesSlides/notesSlide1.xml" Id="R5a97883cf72348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3f37c7ecf4091" /><Relationship Type="http://schemas.openxmlformats.org/officeDocument/2006/relationships/notesSlide" Target="/ppt/notesSlides/notesSlide2.xml" Id="Ra1154a8954c8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05af1a94cc4410" /><Relationship Type="http://schemas.openxmlformats.org/officeDocument/2006/relationships/notesSlide" Target="/ppt/notesSlides/notesSlide3.xml" Id="R570ca829a5f1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ed6ffba5a24a5d" /><Relationship Type="http://schemas.openxmlformats.org/officeDocument/2006/relationships/image" Target="/ppt/media/image2.png" Id="Rba3acaf87a414d46" /><Relationship Type="http://schemas.openxmlformats.org/officeDocument/2006/relationships/notesSlide" Target="/ppt/notesSlides/notesSlide4.xml" Id="R486248917da2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59fad4e8df46ae" /><Relationship Type="http://schemas.openxmlformats.org/officeDocument/2006/relationships/image" Target="/ppt/media/image3.png" Id="R505697515ee64bc6" /><Relationship Type="http://schemas.openxmlformats.org/officeDocument/2006/relationships/notesSlide" Target="/ppt/notesSlides/notesSlide5.xml" Id="R0db55f276714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12bfb5dc94155" /><Relationship Type="http://schemas.openxmlformats.org/officeDocument/2006/relationships/notesSlide" Target="/ppt/notesSlides/notesSlide6.xml" Id="Rbec45db3c6a0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2f6484bd5469a" /><Relationship Type="http://schemas.openxmlformats.org/officeDocument/2006/relationships/notesSlide" Target="/ppt/notesSlides/notesSlide7.xml" Id="R3674eb2510d949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a81a7371847bd" /><Relationship Type="http://schemas.openxmlformats.org/officeDocument/2006/relationships/notesSlide" Target="/ppt/notesSlides/notesSlide8.xml" Id="R1de18b0bf15d41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fb2fa25834577" /><Relationship Type="http://schemas.openxmlformats.org/officeDocument/2006/relationships/notesSlide" Target="/ppt/notesSlides/notesSlide9.xml" Id="R090f17e930dc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19d50ac174ad7" /><Relationship Type="http://schemas.openxmlformats.org/officeDocument/2006/relationships/notesSlide" Target="/ppt/notesSlides/notesSlide10.xml" Id="Ra38671e8a15b42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9032c52434c88" /><Relationship Type="http://schemas.openxmlformats.org/officeDocument/2006/relationships/notesSlide" Target="/ppt/notesSlides/notesSlide11.xml" Id="R04af4993949742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0a751f1d845cc" /><Relationship Type="http://schemas.openxmlformats.org/officeDocument/2006/relationships/image" Target="/ppt/media/image4.png" Id="R180672908e3d4424" /><Relationship Type="http://schemas.openxmlformats.org/officeDocument/2006/relationships/notesSlide" Target="/ppt/notesSlides/notesSlide12.xml" Id="Ra628c63a598c4d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93172AC-4A06-4420-989B-31FC2CD6A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340000"/>
            <a:ext cx="9906000" cy="72008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sz="4000" cap="all">
                <a:latin typeface="微軟正黑體"/>
                <a:ea typeface="微軟正黑體"/>
                <a:cs typeface="微軟正黑體"/>
              </a:rPr>
              <a:t>Yuruicamp</a:t>
            </a:r>
          </a:p>
          <a:p xmlns:a="http://schemas.openxmlformats.org/drawingml/2006/main">
            <a:r>
              <a:rPr sz="4000" cap="all">
                <a:latin typeface="微軟正黑體"/>
                <a:ea typeface="微軟正黑體"/>
                <a:cs typeface="微軟正黑體"/>
              </a:rPr>
              <a:t>全端露營電商與營位預約平台</a:t>
            </a:r>
          </a:p>
          <a:p xmlns:a="http://schemas.openxmlformats.org/drawingml/2006/main"/>
        </p:txBody>
      </p:sp>
      <p:sp>
        <p:nvSpPr>
          <p:cNvPr id="8" name="副標題 4">
            <a:extLst xmlns:a="http://schemas.openxmlformats.org/drawingml/2006/main">
              <a:ext uri="{FF2B5EF4-FFF2-40B4-BE49-F238E27FC236}">
                <a16:creationId xmlns:a16="http://schemas.microsoft.com/office/drawing/2014/main" id="{6EC969F6-74FF-45B1-848B-FF05164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00" y="3960000"/>
            <a:ext cx="7704856" cy="1845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>
            <a:lvl1pPr marL="0" indent="0" algn="ctr" defTabSz="9144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20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 defTabSz="9144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None/>
              <a:defRPr sz="2400" b="1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2pPr>
            <a:lvl3pPr marL="9144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3pPr>
            <a:lvl4pPr marL="13716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4pPr>
            <a:lvl5pPr marL="18288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組別：第四組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組員：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陳柏榮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蔡家淳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、鄭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毓蓁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湯紀柔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指導老師：趙令文老師、許雅婷老師</a:t>
            </a:r>
          </a:p>
        </p:txBody>
      </p:sp>
    </p:spTree>
    <p:extLst>
      <p:ext uri="{BB962C8B-B14F-4D97-AF65-F5344CB8AC3E}">
        <p14:creationId xmlns:p14="http://schemas.microsoft.com/office/powerpoint/2010/main" val="25861176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EC9821CD-30B2-465E-BFDA-2D65DDCA9A77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32520" y="72008"/>
            <a:ext cx="8640960" cy="692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小組成員與分工介紹</a:t>
            </a:r>
          </a:p>
        </p:txBody>
      </p:sp>
      <p:sp>
        <p:nvSpPr>
          <p:cNvPr id="6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41C1BF4F-EEF8-4E40-8493-FA51162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0" y="979200"/>
            <a:ext cx="7920000" cy="4824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34290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Char char="•"/>
              <a:defRPr sz="28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714375" indent="-3524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Char char="–"/>
              <a:defRPr sz="24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2pPr>
            <a:lvl3pPr marL="1076325" indent="-2667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Char char="•"/>
              <a:defRPr sz="20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3pPr>
            <a:lvl4pPr marL="1343025" indent="-18097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Char char="–"/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4pPr>
            <a:lvl5pPr marL="1619250" indent="-2762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組長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陳柏榮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工作分配與協調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前後端串接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蔡家淳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網站功能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後端資料庫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毓蓁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營位預約系統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 湯紀柔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網站前端設計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第三方登入</a:t>
            </a:r>
          </a:p>
        </p:txBody>
      </p:sp>
    </p:spTree>
    <p:extLst>
      <p:ext uri="{BB962C8B-B14F-4D97-AF65-F5344CB8AC3E}">
        <p14:creationId xmlns:p14="http://schemas.microsoft.com/office/powerpoint/2010/main" val="42013280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2F12E2F-52EE-CA77-FB53-4EFC2E0F4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專題動機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9080CAA6-5B4D-F32A-847F-6EFB006B3F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48634" y="2460340"/>
            <a:ext cx="8640960" cy="5148572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為需要露營戶外設備的顧客建立的電商平台</a:t>
            </a:r>
          </a:p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不只方便購買，也有豐富的露營地資訊</a:t>
            </a:r>
          </a:p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露營新手也可透過預約系統輕鬆接觸露營體驗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801340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74BA07F5-316E-A20B-CD14-8055E12B8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微軟正黑體"/>
                <a:ea typeface="微軟正黑體"/>
                <a:cs typeface="微軟正黑體"/>
              </a:rPr>
              <a:t>功能架構</a:t>
            </a:r>
          </a:p>
        </p:txBody>
      </p:sp>
      <p:pic>
        <p:nvPicPr>
          <p:cNvPr id="6" name="內容版面配置區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a3acaf87a414d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9467" y="1088740"/>
            <a:ext cx="5427066" cy="51485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76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6463EC33-CE1D-C5DB-505E-B39A7163E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微軟正黑體"/>
                <a:ea typeface="微軟正黑體"/>
                <a:cs typeface="微軟正黑體"/>
              </a:rPr>
              <a:t>功能架構</a:t>
            </a:r>
          </a:p>
        </p:txBody>
      </p:sp>
      <p:pic>
        <p:nvPicPr>
          <p:cNvPr id="6" name="內容版面配置區 5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505697515ee6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4213" y="1088740"/>
            <a:ext cx="6817574" cy="51485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855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5F8C741-D285-3154-DFF5-05EFA8508296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32520" y="72008"/>
            <a:ext cx="8640960" cy="692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應用技術</a:t>
            </a:r>
          </a:p>
        </p:txBody>
      </p:sp>
      <p:sp>
        <p:nvSpPr>
          <p:cNvPr id="6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818DA89A-AB77-8D28-4724-153DDA3F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0" y="979200"/>
            <a:ext cx="7920000" cy="4824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34290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Char char="•"/>
              <a:defRPr sz="28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714375" indent="-3524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Char char="–"/>
              <a:defRPr sz="24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2pPr>
            <a:lvl3pPr marL="1076325" indent="-2667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Char char="•"/>
              <a:defRPr sz="20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3pPr>
            <a:lvl4pPr marL="1343025" indent="-18097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Char char="–"/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4pPr>
            <a:lvl5pPr marL="1619250" indent="-2762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HTML CSS JavaScript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Spring Boot API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pring Security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Spring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Data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JPA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sz="2800"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3109519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A3B1770-FEA9-2004-28B5-E8F096654CE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D8D4B057-F8EB-6E04-E5C2-0A856EE45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會員中心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7131A020-A2FB-4F8A-97D5-D7DDFEF41CE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35810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C8BD2A8-1E31-9412-9C25-737533A46D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BE0B1E91-383F-B472-CE1D-58997C690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第三方登入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9C61986-D145-034A-6DC2-45B00F05A90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0066005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759CFB4-4B08-8C9F-9ADB-E08365D52D7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C9EFFEC9-64E7-4E00-CCC8-74DD0CBDC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金流與物流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5EC396BC-A288-D493-AFEF-EF5CA1CA6DC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655010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D17D8CA-3FA8-1BF7-C9CC-70899275D9F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5A0AF2FE-7703-5B5B-EA99-0ADE4122B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營運控制台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C6ACED35-2FEC-917A-0D36-D1B23A297A4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8976915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architecture-canvas">
            <a:extLst xmlns:a="http://schemas.openxmlformats.org/drawingml/2006/main">
              <a:ext uri="{FF2B5EF4-FFF2-40B4-BE49-F238E27FC236}">
                <a16:creationId xmlns:a16="http://schemas.microsoft.com/office/drawing/2014/main" id="{86C299BE-90CD-4C50-ACE2-7069EC33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5725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root-down">
            <a:extLst xmlns:a="http://schemas.openxmlformats.org/drawingml/2006/main">
              <a:ext uri="{FF2B5EF4-FFF2-40B4-BE49-F238E27FC236}">
                <a16:creationId xmlns:a16="http://schemas.microsoft.com/office/drawing/2014/main" id="{80FD14F7-3880-4ACB-88B9-E69C952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1925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" name="main-branch">
            <a:extLst xmlns:a="http://schemas.openxmlformats.org/drawingml/2006/main">
              <a:ext uri="{FF2B5EF4-FFF2-40B4-BE49-F238E27FC236}">
                <a16:creationId xmlns:a16="http://schemas.microsoft.com/office/drawing/2014/main" id="{89EF6678-FC3E-4CBF-B3DE-BB3908A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43100"/>
            <a:ext cx="582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4" name="main-drop-1">
            <a:extLst xmlns:a="http://schemas.openxmlformats.org/drawingml/2006/main">
              <a:ext uri="{FF2B5EF4-FFF2-40B4-BE49-F238E27FC236}">
                <a16:creationId xmlns:a16="http://schemas.microsoft.com/office/drawing/2014/main" id="{8607DE48-395E-4F33-B791-B0057517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431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5" name="main-drop-2">
            <a:extLst xmlns:a="http://schemas.openxmlformats.org/drawingml/2006/main">
              <a:ext uri="{FF2B5EF4-FFF2-40B4-BE49-F238E27FC236}">
                <a16:creationId xmlns:a16="http://schemas.microsoft.com/office/drawing/2014/main" id="{57632AC8-AC3E-411A-8940-3E588CB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9431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6" name="main-drop-3">
            <a:extLst xmlns:a="http://schemas.openxmlformats.org/drawingml/2006/main">
              <a:ext uri="{FF2B5EF4-FFF2-40B4-BE49-F238E27FC236}">
                <a16:creationId xmlns:a16="http://schemas.microsoft.com/office/drawing/2014/main" id="{F89179B2-D9C2-4747-82FF-8CE690C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7" name="store-category-branch">
            <a:extLst xmlns:a="http://schemas.openxmlformats.org/drawingml/2006/main">
              <a:ext uri="{FF2B5EF4-FFF2-40B4-BE49-F238E27FC236}">
                <a16:creationId xmlns:a16="http://schemas.microsoft.com/office/drawing/2014/main" id="{899F0AF0-0FA6-4ABC-9B7C-6DCA45D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8" name="store-spine">
            <a:extLst xmlns:a="http://schemas.openxmlformats.org/drawingml/2006/main">
              <a:ext uri="{FF2B5EF4-FFF2-40B4-BE49-F238E27FC236}">
                <a16:creationId xmlns:a16="http://schemas.microsoft.com/office/drawing/2014/main" id="{A8156B27-654E-4CBC-AA8C-52C39DC1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9" name="store-branch-1">
            <a:extLst xmlns:a="http://schemas.openxmlformats.org/drawingml/2006/main">
              <a:ext uri="{FF2B5EF4-FFF2-40B4-BE49-F238E27FC236}">
                <a16:creationId xmlns:a16="http://schemas.microsoft.com/office/drawing/2014/main" id="{09CC2B7F-B44E-4C26-B90D-DD937F5C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0" name="store-branch-2">
            <a:extLst xmlns:a="http://schemas.openxmlformats.org/drawingml/2006/main">
              <a:ext uri="{FF2B5EF4-FFF2-40B4-BE49-F238E27FC236}">
                <a16:creationId xmlns:a16="http://schemas.microsoft.com/office/drawing/2014/main" id="{2724D831-D99B-40B0-9297-6848116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1" name="store-branch-3">
            <a:extLst xmlns:a="http://schemas.openxmlformats.org/drawingml/2006/main">
              <a:ext uri="{FF2B5EF4-FFF2-40B4-BE49-F238E27FC236}">
                <a16:creationId xmlns:a16="http://schemas.microsoft.com/office/drawing/2014/main" id="{74667206-F6C5-40F4-90B1-04DB65F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2" name="store-branch-4">
            <a:extLst xmlns:a="http://schemas.openxmlformats.org/drawingml/2006/main">
              <a:ext uri="{FF2B5EF4-FFF2-40B4-BE49-F238E27FC236}">
                <a16:creationId xmlns:a16="http://schemas.microsoft.com/office/drawing/2014/main" id="{10009F80-AE1B-425F-8DA3-B5EDCA32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3" name="store-leaf-1">
            <a:extLst xmlns:a="http://schemas.openxmlformats.org/drawingml/2006/main">
              <a:ext uri="{FF2B5EF4-FFF2-40B4-BE49-F238E27FC236}">
                <a16:creationId xmlns:a16="http://schemas.microsoft.com/office/drawing/2014/main" id="{F74D1477-35D4-40EB-8C33-37E7C25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首頁</a:t>
            </a:r>
          </a:p>
        </p:txBody>
      </p:sp>
      <p:sp>
        <p:nvSpPr>
          <p:cNvPr id="14" name="store-leaf-2">
            <a:extLst xmlns:a="http://schemas.openxmlformats.org/drawingml/2006/main">
              <a:ext uri="{FF2B5EF4-FFF2-40B4-BE49-F238E27FC236}">
                <a16:creationId xmlns:a16="http://schemas.microsoft.com/office/drawing/2014/main" id="{21529CB5-5959-4467-99CD-2390BD6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商品列表／詳情</a:t>
            </a:r>
          </a:p>
        </p:txBody>
      </p:sp>
      <p:sp>
        <p:nvSpPr>
          <p:cNvPr id="15" name="store-leaf-3">
            <a:extLst xmlns:a="http://schemas.openxmlformats.org/drawingml/2006/main">
              <a:ext uri="{FF2B5EF4-FFF2-40B4-BE49-F238E27FC236}">
                <a16:creationId xmlns:a16="http://schemas.microsoft.com/office/drawing/2014/main" id="{F10FC093-3A07-411E-96DF-340D6596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購物車／結帳</a:t>
            </a:r>
          </a:p>
        </p:txBody>
      </p:sp>
      <p:sp>
        <p:nvSpPr>
          <p:cNvPr id="16" name="store-leaf-4">
            <a:extLst xmlns:a="http://schemas.openxmlformats.org/drawingml/2006/main">
              <a:ext uri="{FF2B5EF4-FFF2-40B4-BE49-F238E27FC236}">
                <a16:creationId xmlns:a16="http://schemas.microsoft.com/office/drawing/2014/main" id="{9F059934-2CD8-4B74-B81A-B80CEA0F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會員中心</a:t>
            </a:r>
          </a:p>
        </p:txBody>
      </p:sp>
      <p:sp>
        <p:nvSpPr>
          <p:cNvPr id="17" name="booking-category-branch">
            <a:extLst xmlns:a="http://schemas.openxmlformats.org/drawingml/2006/main">
              <a:ext uri="{FF2B5EF4-FFF2-40B4-BE49-F238E27FC236}">
                <a16:creationId xmlns:a16="http://schemas.microsoft.com/office/drawing/2014/main" id="{07857BDA-B77B-4DF0-B9FA-1DF2841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1937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8" name="booking-spine">
            <a:extLst xmlns:a="http://schemas.openxmlformats.org/drawingml/2006/main">
              <a:ext uri="{FF2B5EF4-FFF2-40B4-BE49-F238E27FC236}">
                <a16:creationId xmlns:a16="http://schemas.microsoft.com/office/drawing/2014/main" id="{66F3491F-0A19-44FC-9E58-EA22CEB5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28900"/>
            <a:ext cx="28575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9" name="booking-branch-1">
            <a:extLst xmlns:a="http://schemas.openxmlformats.org/drawingml/2006/main">
              <a:ext uri="{FF2B5EF4-FFF2-40B4-BE49-F238E27FC236}">
                <a16:creationId xmlns:a16="http://schemas.microsoft.com/office/drawing/2014/main" id="{8313ECCD-7A32-46EA-9085-9D9A632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09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0" name="booking-branch-2">
            <a:extLst xmlns:a="http://schemas.openxmlformats.org/drawingml/2006/main">
              <a:ext uri="{FF2B5EF4-FFF2-40B4-BE49-F238E27FC236}">
                <a16:creationId xmlns:a16="http://schemas.microsoft.com/office/drawing/2014/main" id="{C98BAEF7-93FC-4493-AE2B-9916536D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24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1" name="booking-branch-3">
            <a:extLst xmlns:a="http://schemas.openxmlformats.org/drawingml/2006/main">
              <a:ext uri="{FF2B5EF4-FFF2-40B4-BE49-F238E27FC236}">
                <a16:creationId xmlns:a16="http://schemas.microsoft.com/office/drawing/2014/main" id="{018BCE6F-9E3E-48AF-A0D1-2858E0B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386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2" name="booking-branch-4">
            <a:extLst xmlns:a="http://schemas.openxmlformats.org/drawingml/2006/main">
              <a:ext uri="{FF2B5EF4-FFF2-40B4-BE49-F238E27FC236}">
                <a16:creationId xmlns:a16="http://schemas.microsoft.com/office/drawing/2014/main" id="{C69C3E94-9915-4A13-A8F1-4FA3B9C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529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3" name="booking-leaf-1">
            <a:extLst xmlns:a="http://schemas.openxmlformats.org/drawingml/2006/main">
              <a:ext uri="{FF2B5EF4-FFF2-40B4-BE49-F238E27FC236}">
                <a16:creationId xmlns:a16="http://schemas.microsoft.com/office/drawing/2014/main" id="{44E5595A-F204-46A3-88EA-16B4691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3845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營區搜尋／詳情</a:t>
            </a:r>
          </a:p>
        </p:txBody>
      </p:sp>
      <p:sp>
        <p:nvSpPr>
          <p:cNvPr id="24" name="booking-leaf-2">
            <a:extLst xmlns:a="http://schemas.openxmlformats.org/drawingml/2006/main">
              <a:ext uri="{FF2B5EF4-FFF2-40B4-BE49-F238E27FC236}">
                <a16:creationId xmlns:a16="http://schemas.microsoft.com/office/drawing/2014/main" id="{A5AADCDD-EBA3-48AD-A9A9-826E9F8E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5280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預約背包</a:t>
            </a:r>
          </a:p>
        </p:txBody>
      </p:sp>
      <p:sp>
        <p:nvSpPr>
          <p:cNvPr id="25" name="booking-leaf-3">
            <a:extLst xmlns:a="http://schemas.openxmlformats.org/drawingml/2006/main">
              <a:ext uri="{FF2B5EF4-FFF2-40B4-BE49-F238E27FC236}">
                <a16:creationId xmlns:a16="http://schemas.microsoft.com/office/drawing/2014/main" id="{5A467C88-9BE6-401F-8213-25555F2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6715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預約結帳</a:t>
            </a:r>
          </a:p>
        </p:txBody>
      </p:sp>
      <p:sp>
        <p:nvSpPr>
          <p:cNvPr id="26" name="booking-leaf-4">
            <a:extLst xmlns:a="http://schemas.openxmlformats.org/drawingml/2006/main">
              <a:ext uri="{FF2B5EF4-FFF2-40B4-BE49-F238E27FC236}">
                <a16:creationId xmlns:a16="http://schemas.microsoft.com/office/drawing/2014/main" id="{5A56F7DC-8167-4B9C-B0EE-27CC15C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8150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裝備租借</a:t>
            </a:r>
          </a:p>
        </p:txBody>
      </p:sp>
      <p:sp>
        <p:nvSpPr>
          <p:cNvPr id="27" name="admin-category-branch">
            <a:extLst xmlns:a="http://schemas.openxmlformats.org/drawingml/2006/main">
              <a:ext uri="{FF2B5EF4-FFF2-40B4-BE49-F238E27FC236}">
                <a16:creationId xmlns:a16="http://schemas.microsoft.com/office/drawing/2014/main" id="{7097392A-FDF6-4A89-9DCE-0D34519C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1937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8" name="admin-spine">
            <a:extLst xmlns:a="http://schemas.openxmlformats.org/drawingml/2006/main">
              <a:ext uri="{FF2B5EF4-FFF2-40B4-BE49-F238E27FC236}">
                <a16:creationId xmlns:a16="http://schemas.microsoft.com/office/drawing/2014/main" id="{43019913-5E99-48F7-8CAD-181BE58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285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9" name="admin-branch-1">
            <a:extLst xmlns:a="http://schemas.openxmlformats.org/drawingml/2006/main">
              <a:ext uri="{FF2B5EF4-FFF2-40B4-BE49-F238E27FC236}">
                <a16:creationId xmlns:a16="http://schemas.microsoft.com/office/drawing/2014/main" id="{49AFEBCF-F4A5-4778-9202-B36FA0D6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432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0" name="admin-branch-2">
            <a:extLst xmlns:a="http://schemas.openxmlformats.org/drawingml/2006/main">
              <a:ext uri="{FF2B5EF4-FFF2-40B4-BE49-F238E27FC236}">
                <a16:creationId xmlns:a16="http://schemas.microsoft.com/office/drawing/2014/main" id="{7817A2C5-2506-4890-91FB-221E26B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1" name="admin-branch-3">
            <a:extLst xmlns:a="http://schemas.openxmlformats.org/drawingml/2006/main">
              <a:ext uri="{FF2B5EF4-FFF2-40B4-BE49-F238E27FC236}">
                <a16:creationId xmlns:a16="http://schemas.microsoft.com/office/drawing/2014/main" id="{C75038A6-F2ED-4D83-B9AF-3618AC3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766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2" name="admin-branch-4">
            <a:extLst xmlns:a="http://schemas.openxmlformats.org/drawingml/2006/main">
              <a:ext uri="{FF2B5EF4-FFF2-40B4-BE49-F238E27FC236}">
                <a16:creationId xmlns:a16="http://schemas.microsoft.com/office/drawing/2014/main" id="{E79FCF64-7630-4000-8AAB-E53A61F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3" name="admin-branch-5">
            <a:extLst xmlns:a="http://schemas.openxmlformats.org/drawingml/2006/main">
              <a:ext uri="{FF2B5EF4-FFF2-40B4-BE49-F238E27FC236}">
                <a16:creationId xmlns:a16="http://schemas.microsoft.com/office/drawing/2014/main" id="{C665D298-C69C-4CBB-961E-919F3E9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01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4" name="admin-leaf-1">
            <a:extLst xmlns:a="http://schemas.openxmlformats.org/drawingml/2006/main">
              <a:ext uri="{FF2B5EF4-FFF2-40B4-BE49-F238E27FC236}">
                <a16:creationId xmlns:a16="http://schemas.microsoft.com/office/drawing/2014/main" id="{7C3D429F-9B1F-4DDB-872C-58BBF35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儀表板</a:t>
            </a:r>
          </a:p>
        </p:txBody>
      </p:sp>
      <p:sp>
        <p:nvSpPr>
          <p:cNvPr id="35" name="admin-leaf-2">
            <a:extLst xmlns:a="http://schemas.openxmlformats.org/drawingml/2006/main">
              <a:ext uri="{FF2B5EF4-FFF2-40B4-BE49-F238E27FC236}">
                <a16:creationId xmlns:a16="http://schemas.microsoft.com/office/drawing/2014/main" id="{43832D41-CAE4-4E18-A758-03F7ED0A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會員／標籤</a:t>
            </a:r>
          </a:p>
        </p:txBody>
      </p:sp>
      <p:sp>
        <p:nvSpPr>
          <p:cNvPr id="36" name="admin-leaf-3">
            <a:extLst xmlns:a="http://schemas.openxmlformats.org/drawingml/2006/main">
              <a:ext uri="{FF2B5EF4-FFF2-40B4-BE49-F238E27FC236}">
                <a16:creationId xmlns:a16="http://schemas.microsoft.com/office/drawing/2014/main" id="{13FB8C73-0FA3-4CD2-A344-4E063DE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0522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商品／庫存</a:t>
            </a:r>
          </a:p>
        </p:txBody>
      </p:sp>
      <p:sp>
        <p:nvSpPr>
          <p:cNvPr id="37" name="admin-leaf-4">
            <a:extLst xmlns:a="http://schemas.openxmlformats.org/drawingml/2006/main">
              <a:ext uri="{FF2B5EF4-FFF2-40B4-BE49-F238E27FC236}">
                <a16:creationId xmlns:a16="http://schemas.microsoft.com/office/drawing/2014/main" id="{80D7EE99-5975-4019-B7D3-E49F4C9A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訂單／預約</a:t>
            </a:r>
          </a:p>
        </p:txBody>
      </p:sp>
      <p:sp>
        <p:nvSpPr>
          <p:cNvPr id="38" name="admin-leaf-5">
            <a:extLst xmlns:a="http://schemas.openxmlformats.org/drawingml/2006/main">
              <a:ext uri="{FF2B5EF4-FFF2-40B4-BE49-F238E27FC236}">
                <a16:creationId xmlns:a16="http://schemas.microsoft.com/office/drawing/2014/main" id="{1AABB8DD-28EF-4C96-BED4-F76D561E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38675"/>
            <a:ext cx="1952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優惠券／公休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815274-08DD-47F5-A2A0-D3D7F378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前端網頁架構</a:t>
            </a:r>
          </a:p>
        </p:txBody>
      </p:sp>
      <p:sp>
        <p:nvSpPr>
          <p:cNvPr id="40" name="root-yuruicamp">
            <a:extLst xmlns:a="http://schemas.openxmlformats.org/drawingml/2006/main">
              <a:ext uri="{FF2B5EF4-FFF2-40B4-BE49-F238E27FC236}">
                <a16:creationId xmlns:a16="http://schemas.microsoft.com/office/drawing/2014/main" id="{6167D78C-DF83-4D12-9757-8746C8B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62050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8F98"/>
          </a:solidFill>
          <a:ln xmlns:a="http://schemas.openxmlformats.org/drawingml/2006/main" w="0">
            <a:solidFill>
              <a:srgbClr val="2D8F9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Yuruicamp</a:t>
            </a:r>
          </a:p>
        </p:txBody>
      </p:sp>
      <p:sp>
        <p:nvSpPr>
          <p:cNvPr id="41" name="category-store">
            <a:extLst xmlns:a="http://schemas.openxmlformats.org/drawingml/2006/main">
              <a:ext uri="{FF2B5EF4-FFF2-40B4-BE49-F238E27FC236}">
                <a16:creationId xmlns:a16="http://schemas.microsoft.com/office/drawing/2014/main" id="{E29EF0E0-4A74-4046-8300-8451BAE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095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591B"/>
          </a:solidFill>
          <a:ln xmlns:a="http://schemas.openxmlformats.org/drawingml/2006/main" w="0">
            <a:solidFill>
              <a:srgbClr val="F059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購物商城</a:t>
            </a:r>
          </a:p>
        </p:txBody>
      </p:sp>
      <p:sp>
        <p:nvSpPr>
          <p:cNvPr id="42" name="category-booking">
            <a:extLst xmlns:a="http://schemas.openxmlformats.org/drawingml/2006/main">
              <a:ext uri="{FF2B5EF4-FFF2-40B4-BE49-F238E27FC236}">
                <a16:creationId xmlns:a16="http://schemas.microsoft.com/office/drawing/2014/main" id="{A06AE3E9-AB1B-4D34-8696-9D2D185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2095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591B"/>
          </a:solidFill>
          <a:ln xmlns:a="http://schemas.openxmlformats.org/drawingml/2006/main" w="0">
            <a:solidFill>
              <a:srgbClr val="F059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營位預約</a:t>
            </a:r>
          </a:p>
        </p:txBody>
      </p:sp>
      <p:sp>
        <p:nvSpPr>
          <p:cNvPr id="43" name="category-admin">
            <a:extLst xmlns:a="http://schemas.openxmlformats.org/drawingml/2006/main">
              <a:ext uri="{FF2B5EF4-FFF2-40B4-BE49-F238E27FC236}">
                <a16:creationId xmlns:a16="http://schemas.microsoft.com/office/drawing/2014/main" id="{318E734C-9579-4E1D-A7F5-101B9F0C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09800"/>
            <a:ext cx="2095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591B"/>
          </a:solidFill>
          <a:ln xmlns:a="http://schemas.openxmlformats.org/drawingml/2006/main" w="0">
            <a:solidFill>
              <a:srgbClr val="F059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營運後台</a:t>
            </a:r>
          </a:p>
        </p:txBody>
      </p:sp>
    </p:spTree>
    <p:extLst>
      <p:ext uri="{BB962C8B-B14F-4D97-AF65-F5344CB8AC3E}">
        <p14:creationId xmlns:p14="http://schemas.microsoft.com/office/powerpoint/2010/main" val="35777708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內容版面配置區 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80672908e3d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" y="678"/>
            <a:ext cx="9906906" cy="68480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24279"/>
      </p:ext>
    </p:extLst>
  </p:cSld>
</p:sld>
</file>

<file path=ppt/theme/theme1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2026-07-24T03:30:17.3010000Z</dcterms:created>
  <dcterms:modified xsi:type="dcterms:W3CDTF">2026-07-24T03:30:17.3010000Z</dcterms:modified>
</coreProperties>
</file>