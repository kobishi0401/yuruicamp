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c983fcf7fe4949" /><Relationship Type="http://schemas.openxmlformats.org/officeDocument/2006/relationships/extended-properties" Target="/docProps/app.xml" Id="Rb84aba6f4c0c48c1" /><Relationship Type="http://schemas.openxmlformats.org/officeDocument/2006/relationships/officeDocument" Target="/ppt/presentation.xml" Id="Rc0e82c3b6edd48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4df1f170c140b6"/>
  </p:sldMasterIdLst>
  <p:notesMasterIdLst>
    <p:notesMasterId xmlns:r="http://schemas.openxmlformats.org/officeDocument/2006/relationships" r:id="Rcf5ff9d9fce14945"/>
  </p:notesMasterIdLst>
  <p:sldIdLst>
    <p:sldId xmlns:r="http://schemas.openxmlformats.org/officeDocument/2006/relationships" id="256" r:id="R312b7d017a004a72"/>
    <p:sldId xmlns:r="http://schemas.openxmlformats.org/officeDocument/2006/relationships" id="257" r:id="Rc2c7fdb8b9f44ba6"/>
    <p:sldId xmlns:r="http://schemas.openxmlformats.org/officeDocument/2006/relationships" id="258" r:id="Rc088940b97de480c"/>
    <p:sldId xmlns:r="http://schemas.openxmlformats.org/officeDocument/2006/relationships" id="259" r:id="R9ca42833c0ca417c"/>
    <p:sldId xmlns:r="http://schemas.openxmlformats.org/officeDocument/2006/relationships" id="260" r:id="Rc6b39d78ce3d4bb7"/>
    <p:sldId xmlns:r="http://schemas.openxmlformats.org/officeDocument/2006/relationships" id="261" r:id="Rb5a7816e10914709"/>
    <p:sldId xmlns:r="http://schemas.openxmlformats.org/officeDocument/2006/relationships" id="262" r:id="R37ae7ac60fa8404c"/>
    <p:sldId xmlns:r="http://schemas.openxmlformats.org/officeDocument/2006/relationships" id="263" r:id="R796cbc3daeb64aef"/>
    <p:sldId xmlns:r="http://schemas.openxmlformats.org/officeDocument/2006/relationships" id="264" r:id="Ra476a109ca364ada"/>
    <p:sldId xmlns:r="http://schemas.openxmlformats.org/officeDocument/2006/relationships" id="265" r:id="R0b96d50f77124c19"/>
    <p:sldId xmlns:r="http://schemas.openxmlformats.org/officeDocument/2006/relationships" id="266" r:id="R5d03031751744ce0"/>
    <p:sldId xmlns:r="http://schemas.openxmlformats.org/officeDocument/2006/relationships" id="267" r:id="Rd62586900588457d"/>
  </p:sldIdLst>
  <p:sldSz cx="9906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D31BC915-F029-0F12-64CD-594EAC47ED02}" name="紀柔 湯" initials="紀湯" userId="254cd3df6455e502" providerId="Windows Live"/>
  <p188:author id="{95582667-6102-27E7-ED8E-01A166EB4B6B}" name="Guest User" initials="GU" userId="Guest User" providerId="Windows Liv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327F97BB-C833-4FB7-BDE5-3F7075034690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7f3e40020249ef" /><Relationship Type="http://schemas.openxmlformats.org/officeDocument/2006/relationships/slideMaster" Target="/ppt/slideMasters/slideMaster1.xml" Id="R7a4df1f170c140b6" /><Relationship Type="http://schemas.openxmlformats.org/officeDocument/2006/relationships/notesMaster" Target="/ppt/notesMasters/notesMaster1.xml" Id="Rcf5ff9d9fce14945" /><Relationship Type="http://schemas.openxmlformats.org/officeDocument/2006/relationships/presProps" Target="/ppt/presProps.xml" Id="R7b0a727f2abe4e9f" /><Relationship Type="http://schemas.openxmlformats.org/officeDocument/2006/relationships/viewProps" Target="/ppt/viewProps.xml" Id="Rff8bb74e1ac04abf" /><Relationship Type="http://schemas.openxmlformats.org/officeDocument/2006/relationships/tableStyles" Target="/ppt/tableStyles.xml" Id="R02a3ad639e01426c" /><Relationship Type="http://schemas.microsoft.com/office/2018/10/relationships/authors" Target="/ppt/authors.xml" Id="Rd550a64d08fd4392" /><Relationship Type="http://schemas.openxmlformats.org/officeDocument/2006/relationships/slide" Target="/ppt/slides/slide1.xml" Id="R312b7d017a004a72" /><Relationship Type="http://schemas.openxmlformats.org/officeDocument/2006/relationships/slide" Target="/ppt/slides/slide2.xml" Id="Rc2c7fdb8b9f44ba6" /><Relationship Type="http://schemas.openxmlformats.org/officeDocument/2006/relationships/slide" Target="/ppt/slides/slide3.xml" Id="Rc088940b97de480c" /><Relationship Type="http://schemas.openxmlformats.org/officeDocument/2006/relationships/slide" Target="/ppt/slides/slide4.xml" Id="R9ca42833c0ca417c" /><Relationship Type="http://schemas.openxmlformats.org/officeDocument/2006/relationships/slide" Target="/ppt/slides/slide5.xml" Id="Rc6b39d78ce3d4bb7" /><Relationship Type="http://schemas.openxmlformats.org/officeDocument/2006/relationships/slide" Target="/ppt/slides/slide6.xml" Id="Rb5a7816e10914709" /><Relationship Type="http://schemas.openxmlformats.org/officeDocument/2006/relationships/slide" Target="/ppt/slides/slide7.xml" Id="R37ae7ac60fa8404c" /><Relationship Type="http://schemas.openxmlformats.org/officeDocument/2006/relationships/slide" Target="/ppt/slides/slide8.xml" Id="R796cbc3daeb64aef" /><Relationship Type="http://schemas.openxmlformats.org/officeDocument/2006/relationships/slide" Target="/ppt/slides/slide9.xml" Id="Ra476a109ca364ada" /><Relationship Type="http://schemas.openxmlformats.org/officeDocument/2006/relationships/slide" Target="/ppt/slides/slide10.xml" Id="R0b96d50f77124c19" /><Relationship Type="http://schemas.openxmlformats.org/officeDocument/2006/relationships/slide" Target="/ppt/slides/slide11.xml" Id="R5d03031751744ce0" /><Relationship Type="http://schemas.openxmlformats.org/officeDocument/2006/relationships/slide" Target="/ppt/slides/slide12.xml" Id="Rd6258690058845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39c127595b4f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020簡報範本_light">
  <a:themeElements>
    <a:clrScheme name="自訂 4">
      <a:dk1>
        <a:srgbClr val="545454"/>
      </a:dk1>
      <a:lt1>
        <a:srgbClr val="FFFFFF"/>
      </a:lt1>
      <a:dk2>
        <a:srgbClr val="C6C6C6"/>
      </a:dk2>
      <a:lt2>
        <a:srgbClr val="F2F2F2"/>
      </a:lt2>
      <a:accent1>
        <a:srgbClr val="FFFFFF"/>
      </a:accent1>
      <a:accent2>
        <a:srgbClr val="2D8F98"/>
      </a:accent2>
      <a:accent3>
        <a:srgbClr val="F0591B"/>
      </a:accent3>
      <a:accent4>
        <a:srgbClr val="FFC000"/>
      </a:accent4>
      <a:accent5>
        <a:srgbClr val="90C115"/>
      </a:accent5>
      <a:accent6>
        <a:srgbClr val="6ECBD4"/>
      </a:accent6>
      <a:hlink>
        <a:srgbClr val="F0591B"/>
      </a:hlink>
      <a:folHlink>
        <a:srgbClr val="2A2A2A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自訂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1f8295a07a4a84" /><Relationship Type="http://schemas.openxmlformats.org/officeDocument/2006/relationships/notesMaster" Target="/ppt/notesMasters/notesMaster1.xml" Id="Ra7d03b72090946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f423b3d46b4fc8" /><Relationship Type="http://schemas.openxmlformats.org/officeDocument/2006/relationships/notesMaster" Target="/ppt/notesMasters/notesMaster1.xml" Id="R014095f06ed044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661267a5c94f88" /><Relationship Type="http://schemas.openxmlformats.org/officeDocument/2006/relationships/notesMaster" Target="/ppt/notesMasters/notesMaster1.xml" Id="Rad294fc96c8a46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50ef8b2b864260" /><Relationship Type="http://schemas.openxmlformats.org/officeDocument/2006/relationships/notesMaster" Target="/ppt/notesMasters/notesMaster1.xml" Id="R31ea52c29d554e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2e7eba4d134d44" /><Relationship Type="http://schemas.openxmlformats.org/officeDocument/2006/relationships/notesMaster" Target="/ppt/notesMasters/notesMaster1.xml" Id="Raa70135e8e0c40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e47f38a4c1473a" /><Relationship Type="http://schemas.openxmlformats.org/officeDocument/2006/relationships/notesMaster" Target="/ppt/notesMasters/notesMaster1.xml" Id="R453471aa736244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9af08d8af74545" /><Relationship Type="http://schemas.openxmlformats.org/officeDocument/2006/relationships/notesMaster" Target="/ppt/notesMasters/notesMaster1.xml" Id="R635ec41c2ddf4e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044530b01c49c6" /><Relationship Type="http://schemas.openxmlformats.org/officeDocument/2006/relationships/notesMaster" Target="/ppt/notesMasters/notesMaster1.xml" Id="R47fa0588c35540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c8a7c52cc24f03" /><Relationship Type="http://schemas.openxmlformats.org/officeDocument/2006/relationships/notesMaster" Target="/ppt/notesMasters/notesMaster1.xml" Id="R3626b481b0ed4f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c3b2be317c4754" /><Relationship Type="http://schemas.openxmlformats.org/officeDocument/2006/relationships/notesMaster" Target="/ppt/notesMasters/notesMaster1.xml" Id="Rf40b9897b18b40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6cc5ae49cc4618" /><Relationship Type="http://schemas.openxmlformats.org/officeDocument/2006/relationships/notesMaster" Target="/ppt/notesMasters/notesMaster1.xml" Id="R7221ce66a52040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548612c73a4b69" /><Relationship Type="http://schemas.openxmlformats.org/officeDocument/2006/relationships/notesMaster" Target="/ppt/notesMasters/notesMaster1.xml" Id="R0f6b06c3f111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bafd9ecf644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667e07f9949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650cb12e34b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d0e252f274b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7a27c6dd049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097b3c3fe40b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5ac58ed0043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7acd6b89242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33b6820624951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6DC9FA2-63E0-4001-9B98-28D7AF27EFE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32520" y="2708920"/>
            <a:ext cx="8640960" cy="72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r>
              <a:t>封面</a:t>
            </a:r>
            <a:r>
              <a:t>/</a:t>
            </a:r>
            <a:r>
              <a:t>區塊</a:t>
            </a:r>
          </a:p>
        </p:txBody>
      </p:sp>
      <p:sp>
        <p:nvSpPr>
          <p:cNvPr id="6" name="副標題 2">
            <a:extLst xmlns:a="http://schemas.openxmlformats.org/drawingml/2006/main">
              <a:ext uri="{FF2B5EF4-FFF2-40B4-BE49-F238E27FC236}">
                <a16:creationId xmlns:a16="http://schemas.microsoft.com/office/drawing/2014/main" id="{1B19E6A4-B77A-4523-B30E-FFFB793DEA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52600" y="3789040"/>
            <a:ext cx="7200800" cy="108012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00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120EFA1-E88E-4486-9645-C58FF61FF4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65600" y="979200"/>
            <a:ext cx="7775832" cy="468052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b="1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2pPr>
            <a:lvl3pPr marL="1076325" indent="-266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3pPr>
            <a:lvl4pPr marL="1343025" indent="-1809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4pPr>
            <a:lvl5pPr marL="1619250" indent="-2762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981950" algn="l"/>
              </a:tabLst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0D8C15F-E7DF-44A9-9A81-69D93CAF88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1A7810B-6D3B-4E29-B908-5BC3089B86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2520" y="1124744"/>
            <a:ext cx="8640960" cy="4680520"/>
          </a:xfrm>
        </p:spPr>
        <p:txBody>
          <a:bodyPr xmlns:a="http://schemas.openxmlformats.org/drawingml/2006/main" vert="eaVert"/>
          <a:lstStyle xmlns:a="http://schemas.openxmlformats.org/drawingml/2006/main">
            <a:lvl1pPr>
              <a:buNone/>
              <a:defRPr>
                <a:solidFill>
                  <a:srgbClr val="FFFFFF"/>
                </a:solidFill>
              </a:defRPr>
            </a:lvl1pPr>
            <a:lvl2pPr>
              <a:buNone/>
              <a:defRPr>
                <a:solidFill>
                  <a:srgbClr val="FFFFFF"/>
                </a:solidFill>
              </a:defRPr>
            </a:lvl2pPr>
            <a:lvl3pPr>
              <a:buNone/>
              <a:defRPr>
                <a:solidFill>
                  <a:srgbClr val="FFFFFF"/>
                </a:solidFill>
              </a:defRPr>
            </a:lvl3pPr>
            <a:lvl4pPr>
              <a:buNone/>
              <a:defRPr>
                <a:solidFill>
                  <a:srgbClr val="FFFFFF"/>
                </a:solidFill>
              </a:defRPr>
            </a:lvl4pPr>
            <a:lvl5pPr>
              <a:buNone/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5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CDB1494E-DC58-4178-A301-C18020150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AD0E99D2-5C49-4A29-9C59-F5AC1B2277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3536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  <p:sp>
        <p:nvSpPr>
          <p:cNvPr id="5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9CD829E-C7D1-4FF3-BABA-3C7D9D84FF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32520" y="1088740"/>
            <a:ext cx="8640960" cy="5148572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b="1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2pPr>
            <a:lvl3pPr marL="1076325" indent="-266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3pPr>
            <a:lvl4pPr marL="1343025" indent="-1809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rgbClr val="FFFFFF"/>
                </a:solidFill>
              </a:defRPr>
            </a:lvl4pPr>
            <a:lvl5pPr marL="1619250" indent="-2762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981950" algn="l"/>
              </a:tabLst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內容版面配置區 6">
            <a:extLst xmlns:a="http://schemas.openxmlformats.org/drawingml/2006/main">
              <a:ext uri="{FF2B5EF4-FFF2-40B4-BE49-F238E27FC236}">
                <a16:creationId xmlns:a16="http://schemas.microsoft.com/office/drawing/2014/main" id="{42B910CF-4517-4949-A07D-45D71238DF1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FFFFFF"/>
                </a:solidFill>
              </a:defRPr>
            </a:lvl1pPr>
            <a:lvl2pPr>
              <a:buNone/>
              <a:defRPr>
                <a:solidFill>
                  <a:srgbClr val="FFFFFF"/>
                </a:solidFill>
              </a:defRPr>
            </a:lvl2pPr>
            <a:lvl3pPr>
              <a:buNone/>
              <a:defRPr>
                <a:solidFill>
                  <a:srgbClr val="FFFFFF"/>
                </a:solidFill>
              </a:defRPr>
            </a:lvl3pPr>
            <a:lvl4pPr>
              <a:buNone/>
              <a:defRPr>
                <a:solidFill>
                  <a:srgbClr val="FFFFFF"/>
                </a:solidFill>
              </a:defRPr>
            </a:lvl4pPr>
            <a:lvl5pPr>
              <a:buNone/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9" name="內容版面配置區 8">
            <a:extLst xmlns:a="http://schemas.openxmlformats.org/drawingml/2006/main">
              <a:ext uri="{FF2B5EF4-FFF2-40B4-BE49-F238E27FC236}">
                <a16:creationId xmlns:a16="http://schemas.microsoft.com/office/drawing/2014/main" id="{3761BDEB-4BA3-45EC-BFE4-5894371A064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150340" y="1124744"/>
            <a:ext cx="4105275" cy="50403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FFFFFF"/>
                </a:solidFill>
              </a:defRPr>
            </a:lvl1pPr>
            <a:lvl2pPr>
              <a:buNone/>
              <a:defRPr>
                <a:solidFill>
                  <a:srgbClr val="FFFFFF"/>
                </a:solidFill>
              </a:defRPr>
            </a:lvl2pPr>
            <a:lvl3pPr>
              <a:buNone/>
              <a:defRPr>
                <a:solidFill>
                  <a:srgbClr val="FFFFFF"/>
                </a:solidFill>
              </a:defRPr>
            </a:lvl3pPr>
            <a:lvl4pPr>
              <a:buNone/>
              <a:defRPr>
                <a:solidFill>
                  <a:srgbClr val="FFFFFF"/>
                </a:solidFill>
              </a:defRPr>
            </a:lvl4pPr>
            <a:lvl5pPr>
              <a:buNone/>
              <a:defRPr>
                <a:solidFill>
                  <a:srgbClr val="FFFFFF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8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7F465828-56CD-411B-8C36-1DBF6A8094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86DE171-29D5-4100-97AD-DBDE8FF1DB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16897" y="1124744"/>
            <a:ext cx="5259982" cy="518457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rgbClr val="FFFFFF"/>
                </a:solidFill>
              </a:defRPr>
            </a:lvl1pPr>
            <a:lvl2pPr>
              <a:buNone/>
              <a:defRPr sz="2400">
                <a:solidFill>
                  <a:srgbClr val="FFFFFF"/>
                </a:solidFill>
              </a:defRPr>
            </a:lvl2pPr>
            <a:lvl3pPr>
              <a:buNone/>
              <a:defRPr sz="2000">
                <a:solidFill>
                  <a:srgbClr val="FFFFFF"/>
                </a:solidFill>
              </a:defRPr>
            </a:lvl3pPr>
            <a:lvl4pPr>
              <a:buNone/>
              <a:defRPr sz="1800">
                <a:solidFill>
                  <a:srgbClr val="FFFFFF"/>
                </a:solidFill>
              </a:defRPr>
            </a:lvl4pPr>
            <a:lvl5pPr>
              <a:buNone/>
              <a:defRPr sz="1800">
                <a:solidFill>
                  <a:srgbClr val="FFFFFF"/>
                </a:solidFill>
              </a:defRPr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1D7ABCFC-833B-463E-83F3-BE7C896B81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120" y="1124744"/>
            <a:ext cx="3197327" cy="518457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  <p:sp>
        <p:nvSpPr>
          <p:cNvPr id="7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FCAF6C8-B59C-44BD-9074-EAFBB5179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86586704-62D0-4137-9319-3DFD15F805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2520" y="72008"/>
            <a:ext cx="8640960" cy="764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按一下以編輯母片標題樣式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24f57145e0c4b27" /><Relationship Type="http://schemas.openxmlformats.org/officeDocument/2006/relationships/theme" Target="/ppt/slideMasters/theme/theme2.xml" Id="R2a52b11e92144c96" /><Relationship Type="http://schemas.openxmlformats.org/officeDocument/2006/relationships/slideLayout" Target="/ppt/slideLayouts/slideLayout1.xml" Id="R2ac8613573474607" /><Relationship Type="http://schemas.openxmlformats.org/officeDocument/2006/relationships/slideLayout" Target="/ppt/slideLayouts/slideLayout2.xml" Id="R94f53f050440404e" /><Relationship Type="http://schemas.openxmlformats.org/officeDocument/2006/relationships/slideLayout" Target="/ppt/slideLayouts/slideLayout3.xml" Id="Ra2ab8a6462be4305" /><Relationship Type="http://schemas.openxmlformats.org/officeDocument/2006/relationships/slideLayout" Target="/ppt/slideLayouts/slideLayout4.xml" Id="R80543670a86c4152" /><Relationship Type="http://schemas.openxmlformats.org/officeDocument/2006/relationships/slideLayout" Target="/ppt/slideLayouts/slideLayout5.xml" Id="Re5c0311369014631" /><Relationship Type="http://schemas.openxmlformats.org/officeDocument/2006/relationships/slideLayout" Target="/ppt/slideLayouts/slideLayout6.xml" Id="R66a5a224acfe47c6" /><Relationship Type="http://schemas.openxmlformats.org/officeDocument/2006/relationships/slideLayout" Target="/ppt/slideLayouts/slideLayout7.xml" Id="R0212be0e53ae4c58" /><Relationship Type="http://schemas.openxmlformats.org/officeDocument/2006/relationships/slideLayout" Target="/ppt/slideLayouts/slideLayout8.xml" Id="R3938aa426fcb4fce" /><Relationship Type="http://schemas.openxmlformats.org/officeDocument/2006/relationships/slideLayout" Target="/ppt/slideLayouts/slideLayout9.xml" Id="Rb5212d562b6e4727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24f57145e0c4b2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470CDB4-0E4F-4E70-98D1-CC334BC4A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5600" y="979200"/>
            <a:ext cx="7776000" cy="49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第一層 </a:t>
            </a:r>
            <a:r>
              <a:t>28</a:t>
            </a:r>
            <a:r>
              <a:t>號 粗體</a:t>
            </a:r>
          </a:p>
          <a:p xmlns:a="http://schemas.openxmlformats.org/drawingml/2006/main">
            <a:pPr>
              <a:buNone/>
            </a:pPr>
            <a:r>
              <a:t>第二層 </a:t>
            </a:r>
            <a:r>
              <a:t>24</a:t>
            </a:r>
            <a:r>
              <a:t>號 </a:t>
            </a:r>
          </a:p>
          <a:p xmlns:a="http://schemas.openxmlformats.org/drawingml/2006/main">
            <a:pPr>
              <a:buNone/>
            </a:pPr>
            <a:r>
              <a:t>第三層 </a:t>
            </a:r>
            <a:r>
              <a:t>20</a:t>
            </a:r>
            <a:r>
              <a:t>號</a:t>
            </a:r>
          </a:p>
          <a:p xmlns:a="http://schemas.openxmlformats.org/drawingml/2006/main">
            <a:pPr>
              <a:buNone/>
            </a:pPr>
            <a:r>
              <a:t>第四層 </a:t>
            </a:r>
            <a:r>
              <a:t>18</a:t>
            </a:r>
            <a:r>
              <a:t>號</a:t>
            </a:r>
          </a:p>
          <a:p xmlns:a="http://schemas.openxmlformats.org/drawingml/2006/main">
            <a:pPr>
              <a:buNone/>
            </a:pPr>
            <a:r>
              <a:t>第五層 </a:t>
            </a:r>
            <a:r>
              <a:t>18</a:t>
            </a:r>
            <a:r>
              <a:t>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E76C52-8C3F-47FC-AC3A-D2958C9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956" y="6647583"/>
            <a:ext cx="792087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8F4EACC7-37E3-43A5-A5FB-BEB9CE95D266}" type="slidenum">
              <a:rPr sz="1000">
                <a:solidFill>
                  <a:schemeClr val="bg1"/>
                </a:solidFill>
              </a:rPr>
              <a:t>‹#›</a:t>
            </a:fld>
          </a:p>
        </p:txBody>
      </p:sp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DC940624-B8BB-4D43-BDEC-799DCE82B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7" y="72009"/>
            <a:ext cx="8543925" cy="6926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c8613573474607"/>
    <p:sldLayoutId xmlns:r="http://schemas.openxmlformats.org/officeDocument/2006/relationships" id="2147483650" r:id="R94f53f050440404e"/>
    <p:sldLayoutId xmlns:r="http://schemas.openxmlformats.org/officeDocument/2006/relationships" id="2147483651" r:id="Ra2ab8a6462be4305"/>
    <p:sldLayoutId xmlns:r="http://schemas.openxmlformats.org/officeDocument/2006/relationships" id="2147483652" r:id="R80543670a86c4152"/>
    <p:sldLayoutId xmlns:r="http://schemas.openxmlformats.org/officeDocument/2006/relationships" id="2147483653" r:id="Re5c0311369014631"/>
    <p:sldLayoutId xmlns:r="http://schemas.openxmlformats.org/officeDocument/2006/relationships" id="2147483654" r:id="R66a5a224acfe47c6"/>
    <p:sldLayoutId xmlns:r="http://schemas.openxmlformats.org/officeDocument/2006/relationships" id="2147483655" r:id="R0212be0e53ae4c58"/>
    <p:sldLayoutId xmlns:r="http://schemas.openxmlformats.org/officeDocument/2006/relationships" id="2147483656" r:id="R3938aa426fcb4fce"/>
    <p:sldLayoutId xmlns:r="http://schemas.openxmlformats.org/officeDocument/2006/relationships" id="2147483657" r:id="Rb5212d562b6e4727"/>
  </p:sldLayoutIdLst>
  <p:hf hdr="0" ftr="0"/>
  <p:txStyles>
    <p:titleStyle>
      <a:lvl1pPr xmlns:a="http://schemas.openxmlformats.org/drawingml/2006/main" algn="ctr" defTabSz="914400">
        <a:spcBef>
          <a:spcPct val="0"/>
        </a:spcBef>
        <a:buNone/>
        <a:defRPr sz="3600" b="1" kern="1200" spc="300">
          <a:solidFill>
            <a:srgbClr val="FFC000"/>
          </a:solidFill>
          <a:latin typeface="+mn-ea"/>
          <a:ea typeface="+mn-ea"/>
          <a:cs typeface="+mn-ea"/>
        </a:defRPr>
      </a:lvl1pPr>
    </p:titleStyle>
    <p:bodyStyle>
      <a:lvl1pPr xmlns:a="http://schemas.openxmlformats.org/drawingml/2006/main" marL="342900" indent="-342900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Wingdings"/>
        <a:buChar char="l"/>
        <a:defRPr sz="2800" b="1" kern="1200">
          <a:solidFill>
            <a:schemeClr val="bg1"/>
          </a:solidFill>
          <a:latin typeface="微軟正黑體"/>
          <a:ea typeface="微軟正黑體"/>
          <a:cs typeface="微軟正黑體"/>
        </a:defRPr>
      </a:lvl1pPr>
      <a:lvl2pPr xmlns:a="http://schemas.openxmlformats.org/drawingml/2006/main" marL="714375" indent="-352425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2"/>
        </a:buClr>
        <a:buFont typeface="Wingdings"/>
        <a:buChar char="u"/>
        <a:defRPr sz="2400" b="0" kern="1200">
          <a:solidFill>
            <a:schemeClr val="bg1"/>
          </a:solidFill>
          <a:latin typeface="微軟正黑體"/>
          <a:ea typeface="微軟正黑體"/>
          <a:cs typeface="微軟正黑體"/>
        </a:defRPr>
      </a:lvl2pPr>
      <a:lvl3pPr xmlns:a="http://schemas.openxmlformats.org/drawingml/2006/main" marL="990600" indent="-276225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Wingdings"/>
        <a:buChar char="p"/>
        <a:defRPr sz="2000" kern="1200">
          <a:solidFill>
            <a:schemeClr val="bg1"/>
          </a:solidFill>
          <a:latin typeface="微軟正黑體"/>
          <a:ea typeface="微軟正黑體"/>
          <a:cs typeface="微軟正黑體"/>
        </a:defRPr>
      </a:lvl3pPr>
      <a:lvl4pPr xmlns:a="http://schemas.openxmlformats.org/drawingml/2006/main" marL="1257300" indent="-266700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 typeface="Wingdings"/>
        <a:buChar char="n"/>
        <a:defRPr sz="1800" kern="1200">
          <a:solidFill>
            <a:schemeClr val="bg1"/>
          </a:solidFill>
          <a:latin typeface="微軟正黑體"/>
          <a:ea typeface="微軟正黑體"/>
          <a:cs typeface="微軟正黑體"/>
        </a:defRPr>
      </a:lvl4pPr>
      <a:lvl5pPr xmlns:a="http://schemas.openxmlformats.org/drawingml/2006/main" marL="1524000" indent="-266700" algn="l" defTabSz="914400">
        <a:lnSpc>
          <a:spcPct val="100000"/>
        </a:lnSpc>
        <a:spcBef>
          <a:spcPts val="600"/>
        </a:spcBef>
        <a:spcAft>
          <a:spcPts val="600"/>
        </a:spcAft>
        <a:buClr>
          <a:schemeClr val="accent5"/>
        </a:buClr>
        <a:buFont typeface="Arial"/>
        <a:buChar char="»"/>
        <a:defRPr sz="1800" kern="1200">
          <a:solidFill>
            <a:schemeClr val="bg1"/>
          </a:solidFill>
          <a:latin typeface="微軟正黑體"/>
          <a:ea typeface="微軟正黑體"/>
          <a:cs typeface="微軟正黑體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12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2020簡報範本_light">
  <a:themeElements>
    <a:clrScheme name="自訂 4">
      <a:dk1>
        <a:srgbClr val="545454"/>
      </a:dk1>
      <a:lt1>
        <a:srgbClr val="FFFFFF"/>
      </a:lt1>
      <a:dk2>
        <a:srgbClr val="C6C6C6"/>
      </a:dk2>
      <a:lt2>
        <a:srgbClr val="F2F2F2"/>
      </a:lt2>
      <a:accent1>
        <a:srgbClr val="FFFFFF"/>
      </a:accent1>
      <a:accent2>
        <a:srgbClr val="2D8F98"/>
      </a:accent2>
      <a:accent3>
        <a:srgbClr val="F0591B"/>
      </a:accent3>
      <a:accent4>
        <a:srgbClr val="FFC000"/>
      </a:accent4>
      <a:accent5>
        <a:srgbClr val="90C115"/>
      </a:accent5>
      <a:accent6>
        <a:srgbClr val="6ECBD4"/>
      </a:accent6>
      <a:hlink>
        <a:srgbClr val="F0591B"/>
      </a:hlink>
      <a:folHlink>
        <a:srgbClr val="2A2A2A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自訂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7ff39d8c24db3" /><Relationship Type="http://schemas.openxmlformats.org/officeDocument/2006/relationships/notesSlide" Target="/ppt/notesSlides/notesSlide1.xml" Id="Ra292d7369954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e0686027504e1f" /><Relationship Type="http://schemas.openxmlformats.org/officeDocument/2006/relationships/notesSlide" Target="/ppt/notesSlides/notesSlide2.xml" Id="R5e2bb8981a9241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f02e0fc05b348c6" /><Relationship Type="http://schemas.openxmlformats.org/officeDocument/2006/relationships/notesSlide" Target="/ppt/notesSlides/notesSlide3.xml" Id="R3e9bf92b901142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fb484c249d6407d" /><Relationship Type="http://schemas.openxmlformats.org/officeDocument/2006/relationships/image" Target="/ppt/media/image2.png" Id="R48d5facc83864fd4" /><Relationship Type="http://schemas.openxmlformats.org/officeDocument/2006/relationships/notesSlide" Target="/ppt/notesSlides/notesSlide4.xml" Id="R5946e2b1cd3d4b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677a37a47b4f76" /><Relationship Type="http://schemas.openxmlformats.org/officeDocument/2006/relationships/image" Target="/ppt/media/image3.png" Id="R6468386f0ba143a2" /><Relationship Type="http://schemas.openxmlformats.org/officeDocument/2006/relationships/notesSlide" Target="/ppt/notesSlides/notesSlide5.xml" Id="R6f73bd537d8249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d1a3333f0c4612" /><Relationship Type="http://schemas.openxmlformats.org/officeDocument/2006/relationships/notesSlide" Target="/ppt/notesSlides/notesSlide6.xml" Id="R61d46185dcde42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941131d594e2c" /><Relationship Type="http://schemas.openxmlformats.org/officeDocument/2006/relationships/notesSlide" Target="/ppt/notesSlides/notesSlide7.xml" Id="R75e9108cb7cd45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baa5679de43dd" /><Relationship Type="http://schemas.openxmlformats.org/officeDocument/2006/relationships/notesSlide" Target="/ppt/notesSlides/notesSlide8.xml" Id="R4475ff457d874a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d8e68fc8049a2" /><Relationship Type="http://schemas.openxmlformats.org/officeDocument/2006/relationships/notesSlide" Target="/ppt/notesSlides/notesSlide9.xml" Id="R7f7eaeed97e647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005d1f9194df1" /><Relationship Type="http://schemas.openxmlformats.org/officeDocument/2006/relationships/notesSlide" Target="/ppt/notesSlides/notesSlide10.xml" Id="Refae9f237bef49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644df821f047b0" /><Relationship Type="http://schemas.openxmlformats.org/officeDocument/2006/relationships/notesSlide" Target="/ppt/notesSlides/notesSlide11.xml" Id="R3372eee92da64a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1bd7bc8d5a41ef" /><Relationship Type="http://schemas.openxmlformats.org/officeDocument/2006/relationships/image" Target="/ppt/media/image4.png" Id="R34a91392aa4847e2" /><Relationship Type="http://schemas.openxmlformats.org/officeDocument/2006/relationships/notesSlide" Target="/ppt/notesSlides/notesSlide12.xml" Id="Re5748af2ff2c4d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93172AC-4A06-4420-989B-31FC2CD6A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2340000"/>
            <a:ext cx="9906000" cy="720080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 sz="4000" cap="all">
                <a:latin typeface="微軟正黑體"/>
                <a:ea typeface="微軟正黑體"/>
                <a:cs typeface="微軟正黑體"/>
              </a:rPr>
              <a:t>Yuruicamp</a:t>
            </a:r>
          </a:p>
          <a:p xmlns:a="http://schemas.openxmlformats.org/drawingml/2006/main">
            <a:r>
              <a:rPr sz="4000" cap="all">
                <a:latin typeface="微軟正黑體"/>
                <a:ea typeface="微軟正黑體"/>
                <a:cs typeface="微軟正黑體"/>
              </a:rPr>
              <a:t>全端露營電商與營位預約平台</a:t>
            </a:r>
          </a:p>
          <a:p xmlns:a="http://schemas.openxmlformats.org/drawingml/2006/main"/>
        </p:txBody>
      </p:sp>
      <p:sp>
        <p:nvSpPr>
          <p:cNvPr id="8" name="副標題 4">
            <a:extLst xmlns:a="http://schemas.openxmlformats.org/drawingml/2006/main">
              <a:ext uri="{FF2B5EF4-FFF2-40B4-BE49-F238E27FC236}">
                <a16:creationId xmlns:a16="http://schemas.microsoft.com/office/drawing/2014/main" id="{6EC969F6-74FF-45B1-848B-FF051647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00" y="3960000"/>
            <a:ext cx="7704856" cy="18452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>
            <a:lvl1pPr marL="0" indent="0" algn="ctr" defTabSz="9144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20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 algn="ctr" defTabSz="9144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/>
              <a:buNone/>
              <a:defRPr sz="2400" b="1" kern="1200">
                <a:solidFill>
                  <a:schemeClr val="tx1">
                    <a:tint val="75000"/>
                  </a:schemeClr>
                </a:solidFill>
                <a:latin typeface="微軟正黑體"/>
                <a:ea typeface="微軟正黑體"/>
                <a:cs typeface="微軟正黑體"/>
              </a:defRPr>
            </a:lvl2pPr>
            <a:lvl3pPr marL="914400" indent="0" algn="ctr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微軟正黑體"/>
                <a:ea typeface="微軟正黑體"/>
                <a:cs typeface="微軟正黑體"/>
              </a:defRPr>
            </a:lvl3pPr>
            <a:lvl4pPr marL="1371600" indent="0" algn="ctr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微軟正黑體"/>
                <a:ea typeface="微軟正黑體"/>
                <a:cs typeface="微軟正黑體"/>
              </a:defRPr>
            </a:lvl4pPr>
            <a:lvl5pPr marL="1828800" indent="0" algn="ctr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微軟正黑體"/>
                <a:ea typeface="微軟正黑體"/>
                <a:cs typeface="微軟正黑體"/>
              </a:defRPr>
            </a:lvl5pPr>
            <a:lvl6pPr marL="22860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Bef>
                <a:spcPct val="10000"/>
              </a:spcBef>
              <a:buClrTx/>
              <a:buNone/>
            </a:pP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組別：第四組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ct val="10000"/>
              </a:spcBef>
              <a:buClrTx/>
              <a:buNone/>
            </a:pP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組員：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陳柏榮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蔡家淳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、鄭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毓蓁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湯紀柔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ct val="10000"/>
              </a:spcBef>
              <a:buClrTx/>
              <a:buNone/>
            </a:pPr>
            <a:r>
              <a:rPr sz="2400" b="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指導老師：趙令文老師、許雅婷老師</a:t>
            </a:r>
          </a:p>
        </p:txBody>
      </p:sp>
    </p:spTree>
    <p:extLst>
      <p:ext uri="{BB962C8B-B14F-4D97-AF65-F5344CB8AC3E}">
        <p14:creationId xmlns:p14="http://schemas.microsoft.com/office/powerpoint/2010/main" val="25861176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EC9821CD-30B2-465E-BFDA-2D65DDCA9A77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32520" y="72008"/>
            <a:ext cx="8640960" cy="692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小組成員與分工介紹</a:t>
            </a:r>
          </a:p>
        </p:txBody>
      </p:sp>
      <p:sp>
        <p:nvSpPr>
          <p:cNvPr id="6" name="內容版面配置區 1">
            <a:extLst xmlns:a="http://schemas.openxmlformats.org/drawingml/2006/main">
              <a:ext uri="{FF2B5EF4-FFF2-40B4-BE49-F238E27FC236}">
                <a16:creationId xmlns:a16="http://schemas.microsoft.com/office/drawing/2014/main" id="{41C1BF4F-EEF8-4E40-8493-FA51162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00" y="979200"/>
            <a:ext cx="7920000" cy="48245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342900" indent="-34290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/>
              <a:buChar char="•"/>
              <a:defRPr sz="28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1pPr>
            <a:lvl2pPr marL="714375" indent="-35242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/>
              <a:buChar char="–"/>
              <a:defRPr sz="24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2pPr>
            <a:lvl3pPr marL="1076325" indent="-26670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/>
              <a:buChar char="•"/>
              <a:defRPr sz="20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3pPr>
            <a:lvl4pPr marL="1343025" indent="-18097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/>
              <a:buChar char="–"/>
              <a:defRPr sz="18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4pPr>
            <a:lvl5pPr marL="1619250" indent="-27622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Font typeface="Arial"/>
              <a:buChar char="»"/>
              <a:tabLst>
                <a:tab pos="7981950" algn="l"/>
              </a:tabLst>
              <a:defRPr sz="18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組長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陳柏榮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工作分配與協調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前後端串接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組員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蔡家淳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網站功能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後端資料庫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組員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毓蓁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營位預約系統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組員 湯紀柔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網站前端設計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第三方登入</a:t>
            </a:r>
          </a:p>
        </p:txBody>
      </p:sp>
    </p:spTree>
    <p:extLst>
      <p:ext uri="{BB962C8B-B14F-4D97-AF65-F5344CB8AC3E}">
        <p14:creationId xmlns:p14="http://schemas.microsoft.com/office/powerpoint/2010/main" val="42013280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2F12E2F-52EE-CA77-FB53-4EFC2E0F43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rPr>
              <a:t>專題動機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9080CAA6-5B4D-F32A-847F-6EFB006B3F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48634" y="2460340"/>
            <a:ext cx="8640960" cy="5148572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rPr b="0">
                <a:latin typeface="微軟正黑體"/>
                <a:ea typeface="微軟正黑體"/>
                <a:cs typeface="微軟正黑體"/>
              </a:rPr>
              <a:t>為需要露營戶外設備的顧客建立的電商平台</a:t>
            </a:r>
          </a:p>
          <a:p xmlns:a="http://schemas.openxmlformats.org/drawingml/2006/main">
            <a:r>
              <a:rPr b="0">
                <a:latin typeface="微軟正黑體"/>
                <a:ea typeface="微軟正黑體"/>
                <a:cs typeface="微軟正黑體"/>
              </a:rPr>
              <a:t>不只方便購買，也有豐富的露營地資訊</a:t>
            </a:r>
          </a:p>
          <a:p xmlns:a="http://schemas.openxmlformats.org/drawingml/2006/main">
            <a:r>
              <a:rPr b="0">
                <a:latin typeface="微軟正黑體"/>
                <a:ea typeface="微軟正黑體"/>
                <a:cs typeface="微軟正黑體"/>
              </a:rPr>
              <a:t>露營新手也可透過預約系統輕鬆接觸露營體驗</a:t>
            </a:r>
          </a:p>
          <a:p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8013402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74BA07F5-316E-A20B-CD14-8055E12B81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  <a:latin typeface="微軟正黑體"/>
                <a:ea typeface="微軟正黑體"/>
                <a:cs typeface="微軟正黑體"/>
              </a:rPr>
              <a:t>功能架構</a:t>
            </a:r>
          </a:p>
        </p:txBody>
      </p:sp>
      <p:pic>
        <p:nvPicPr>
          <p:cNvPr id="6" name="內容版面配置區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48d5facc83864f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9467" y="1088740"/>
            <a:ext cx="5427066" cy="51485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761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6463EC33-CE1D-C5DB-505E-B39A7163E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  <a:latin typeface="微軟正黑體"/>
                <a:ea typeface="微軟正黑體"/>
                <a:cs typeface="微軟正黑體"/>
              </a:rPr>
              <a:t>功能架構</a:t>
            </a:r>
          </a:p>
        </p:txBody>
      </p:sp>
      <p:pic>
        <p:nvPicPr>
          <p:cNvPr id="6" name="內容版面配置區 5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6468386f0ba1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4213" y="1088740"/>
            <a:ext cx="6817574" cy="51485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855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5F8C741-D285-3154-DFF5-05EFA8508296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32520" y="72008"/>
            <a:ext cx="8640960" cy="692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應用技術</a:t>
            </a:r>
          </a:p>
        </p:txBody>
      </p:sp>
      <p:sp>
        <p:nvSpPr>
          <p:cNvPr id="6" name="內容版面配置區 1">
            <a:extLst xmlns:a="http://schemas.openxmlformats.org/drawingml/2006/main">
              <a:ext uri="{FF2B5EF4-FFF2-40B4-BE49-F238E27FC236}">
                <a16:creationId xmlns:a16="http://schemas.microsoft.com/office/drawing/2014/main" id="{818DA89A-AB77-8D28-4724-153DDA3F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00" y="979200"/>
            <a:ext cx="7920000" cy="48245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342900" indent="-34290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/>
              <a:buChar char="•"/>
              <a:defRPr sz="28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1pPr>
            <a:lvl2pPr marL="714375" indent="-35242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/>
              <a:buChar char="–"/>
              <a:defRPr sz="2400" b="1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2pPr>
            <a:lvl3pPr marL="1076325" indent="-266700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/>
              <a:buChar char="•"/>
              <a:defRPr sz="20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3pPr>
            <a:lvl4pPr marL="1343025" indent="-18097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/>
              <a:buChar char="–"/>
              <a:defRPr sz="18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4pPr>
            <a:lvl5pPr marL="1619250" indent="-276225" algn="l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5"/>
              </a:buClr>
              <a:buFont typeface="Arial"/>
              <a:buChar char="»"/>
              <a:tabLst>
                <a:tab pos="7981950" algn="l"/>
              </a:tabLst>
              <a:defRPr sz="1800" kern="1200">
                <a:solidFill>
                  <a:srgbClr val="393939"/>
                </a:solidFill>
                <a:latin typeface="微軟正黑體"/>
                <a:ea typeface="微軟正黑體"/>
                <a:cs typeface="微軟正黑體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accent4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HTML CSS JavaScript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accent4"/>
                </a:solidFill>
                <a:latin typeface="Microsoft JhengHei"/>
                <a:ea typeface="Microsoft JhengHei"/>
                <a:cs typeface="Microsoft JhengHei"/>
              </a:rPr>
              <a:t>後端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Spring Boot API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S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pring Security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Spring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Data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JPA</a:t>
            </a:r>
          </a:p>
          <a:p xmlns:a="http://schemas.openxmlformats.org/drawingml/2006/main">
            <a:pPr>
              <a:lnSpc>
                <a:spcPts val="3600"/>
              </a:lnSpc>
              <a:buFont typeface="Wingdings"/>
              <a:buChar char="l"/>
            </a:pPr>
            <a:r>
              <a:rPr>
                <a:solidFill>
                  <a:schemeClr val="accent4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</a:p>
          <a:p xmlns:a="http://schemas.openxmlformats.org/drawingml/2006/main">
            <a:pPr>
              <a:lnSpc>
                <a:spcPts val="3600"/>
              </a:lnSpc>
              <a:buClr>
                <a:srgbClr val="42BBC6"/>
              </a:buClr>
              <a:buFont typeface="Wingdings"/>
              <a:buChar char="u"/>
            </a:pPr>
            <a:r>
              <a:rPr sz="2800" b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</a:rPr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31095194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A3B1770-FEA9-2004-28B5-E8F096654CE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說明文字說明文字ＡＡ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D8D4B057-F8EB-6E04-E5C2-0A856EE45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微軟正黑體"/>
                <a:ea typeface="微軟正黑體"/>
                <a:cs typeface="微軟正黑體"/>
              </a:rPr>
              <a:t>網站介紹</a:t>
            </a:r>
            <a:r>
              <a:rPr>
                <a:latin typeface="微軟正黑體"/>
                <a:ea typeface="微軟正黑體"/>
                <a:cs typeface="微軟正黑體"/>
              </a:rPr>
              <a:t> - </a:t>
            </a:r>
            <a:r>
              <a:rPr>
                <a:latin typeface="微軟正黑體"/>
                <a:ea typeface="微軟正黑體"/>
                <a:cs typeface="微軟正黑體"/>
              </a:rPr>
              <a:t>會員中心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7131A020-A2FB-4F8A-97D5-D7DDFEF41CE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358104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C8BD2A8-1E31-9412-9C25-737533A46D07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說明文字說明文字ＡＡ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BE0B1E91-383F-B472-CE1D-58997C690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微軟正黑體"/>
                <a:ea typeface="微軟正黑體"/>
                <a:cs typeface="微軟正黑體"/>
              </a:rPr>
              <a:t>網站介紹</a:t>
            </a:r>
            <a:r>
              <a:rPr>
                <a:latin typeface="微軟正黑體"/>
                <a:ea typeface="微軟正黑體"/>
                <a:cs typeface="微軟正黑體"/>
              </a:rPr>
              <a:t> - </a:t>
            </a:r>
            <a:r>
              <a:rPr>
                <a:latin typeface="微軟正黑體"/>
                <a:ea typeface="微軟正黑體"/>
                <a:cs typeface="微軟正黑體"/>
              </a:rPr>
              <a:t>第三方登入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29C61986-D145-034A-6DC2-45B00F05A90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0066005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759CFB4-4B08-8C9F-9ADB-E08365D52D76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說明文字說明文字ＡＡ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C9EFFEC9-64E7-4E00-CCC8-74DD0CBDC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微軟正黑體"/>
                <a:ea typeface="微軟正黑體"/>
                <a:cs typeface="微軟正黑體"/>
              </a:rPr>
              <a:t>網站介紹</a:t>
            </a:r>
            <a:r>
              <a:rPr>
                <a:latin typeface="微軟正黑體"/>
                <a:ea typeface="微軟正黑體"/>
                <a:cs typeface="微軟正黑體"/>
              </a:rPr>
              <a:t> - </a:t>
            </a:r>
            <a:r>
              <a:rPr>
                <a:latin typeface="微軟正黑體"/>
                <a:ea typeface="微軟正黑體"/>
                <a:cs typeface="微軟正黑體"/>
              </a:rPr>
              <a:t>金流與物流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5EC396BC-A288-D493-AFEF-EF5CA1CA6DC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6550108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D17D8CA-3FA8-1BF7-C9CC-70899275D9F3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32520" y="1125091"/>
            <a:ext cx="4111947" cy="50399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說明文字說明文字ＡＡ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5A0AF2FE-7703-5B5B-EA99-0ADE4122BC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微軟正黑體"/>
                <a:ea typeface="微軟正黑體"/>
                <a:cs typeface="微軟正黑體"/>
              </a:rPr>
              <a:t>網站介紹</a:t>
            </a:r>
            <a:r>
              <a:rPr>
                <a:latin typeface="微軟正黑體"/>
                <a:ea typeface="微軟正黑體"/>
                <a:cs typeface="微軟正黑體"/>
              </a:rPr>
              <a:t> - </a:t>
            </a:r>
            <a:r>
              <a:rPr>
                <a:latin typeface="微軟正黑體"/>
                <a:ea typeface="微軟正黑體"/>
                <a:cs typeface="微軟正黑體"/>
              </a:rPr>
              <a:t>營運控制台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C6ACED35-2FEC-917A-0D36-D1B23A297A4E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8976915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frontend-bus">
            <a:extLst xmlns:a="http://schemas.openxmlformats.org/drawingml/2006/main">
              <a:ext uri="{FF2B5EF4-FFF2-40B4-BE49-F238E27FC236}">
                <a16:creationId xmlns:a16="http://schemas.microsoft.com/office/drawing/2014/main" id="{5C4526EC-9CFB-4DCC-8D26-DE4535D2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457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orefront-to-bus">
            <a:extLst xmlns:a="http://schemas.openxmlformats.org/drawingml/2006/main">
              <a:ext uri="{FF2B5EF4-FFF2-40B4-BE49-F238E27FC236}">
                <a16:creationId xmlns:a16="http://schemas.microsoft.com/office/drawing/2014/main" id="{E19D44DA-579B-484B-8DB9-7A74430C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669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oking-to-bus">
            <a:extLst xmlns:a="http://schemas.openxmlformats.org/drawingml/2006/main">
              <a:ext uri="{FF2B5EF4-FFF2-40B4-BE49-F238E27FC236}">
                <a16:creationId xmlns:a16="http://schemas.microsoft.com/office/drawing/2014/main" id="{692CF580-936F-425A-8166-9440CE9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dmin-to-bus">
            <a:extLst xmlns:a="http://schemas.openxmlformats.org/drawingml/2006/main">
              <a:ext uri="{FF2B5EF4-FFF2-40B4-BE49-F238E27FC236}">
                <a16:creationId xmlns:a16="http://schemas.microsoft.com/office/drawing/2014/main" id="{77E131BB-CF95-4E2C-8DB2-599743D9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s-to-client">
            <a:extLst xmlns:a="http://schemas.openxmlformats.org/drawingml/2006/main">
              <a:ext uri="{FF2B5EF4-FFF2-40B4-BE49-F238E27FC236}">
                <a16:creationId xmlns:a16="http://schemas.microsoft.com/office/drawing/2014/main" id="{B0140123-928E-4466-A2D1-B9469BD3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38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rebase-to-client">
            <a:extLst xmlns:a="http://schemas.openxmlformats.org/drawingml/2006/main">
              <a:ext uri="{FF2B5EF4-FFF2-40B4-BE49-F238E27FC236}">
                <a16:creationId xmlns:a16="http://schemas.microsoft.com/office/drawing/2014/main" id="{BC0ED5D5-2483-4168-B75C-70B7C2FD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ient-to-api">
            <a:extLst xmlns:a="http://schemas.openxmlformats.org/drawingml/2006/main">
              <a:ext uri="{FF2B5EF4-FFF2-40B4-BE49-F238E27FC236}">
                <a16:creationId xmlns:a16="http://schemas.microsoft.com/office/drawing/2014/main" id="{20E6AA3D-CB79-4D0C-86EF-C0EDF54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90875"/>
            <a:ext cx="38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pi-to-data">
            <a:extLst xmlns:a="http://schemas.openxmlformats.org/drawingml/2006/main">
              <a:ext uri="{FF2B5EF4-FFF2-40B4-BE49-F238E27FC236}">
                <a16:creationId xmlns:a16="http://schemas.microsoft.com/office/drawing/2014/main" id="{88F42A0D-8FE9-441D-B07A-E38616D2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ta-bus">
            <a:extLst xmlns:a="http://schemas.openxmlformats.org/drawingml/2006/main">
              <a:ext uri="{FF2B5EF4-FFF2-40B4-BE49-F238E27FC236}">
                <a16:creationId xmlns:a16="http://schemas.microsoft.com/office/drawing/2014/main" id="{4BEA42A3-E643-402B-97F6-97503F4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1015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ata-to-db">
            <a:extLst xmlns:a="http://schemas.openxmlformats.org/drawingml/2006/main">
              <a:ext uri="{FF2B5EF4-FFF2-40B4-BE49-F238E27FC236}">
                <a16:creationId xmlns:a16="http://schemas.microsoft.com/office/drawing/2014/main" id="{9DBCBA61-0AB9-4EF4-9FD3-BA072468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101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ata-to-ecpay">
            <a:extLst xmlns:a="http://schemas.openxmlformats.org/drawingml/2006/main">
              <a:ext uri="{FF2B5EF4-FFF2-40B4-BE49-F238E27FC236}">
                <a16:creationId xmlns:a16="http://schemas.microsoft.com/office/drawing/2014/main" id="{C17763AB-3FC7-48C6-A0F9-D4D43368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101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yer-label-ui">
            <a:extLst xmlns:a="http://schemas.openxmlformats.org/drawingml/2006/main">
              <a:ext uri="{FF2B5EF4-FFF2-40B4-BE49-F238E27FC236}">
                <a16:creationId xmlns:a16="http://schemas.microsoft.com/office/drawing/2014/main" id="{9F8B9B5E-78E9-42DD-9ACC-A933C0F2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rPr>
              <a:t>操作介面</a:t>
            </a:r>
          </a:p>
        </p:txBody>
      </p:sp>
      <p:sp>
        <p:nvSpPr>
          <p:cNvPr id="13" name="layer-label-client">
            <a:extLst xmlns:a="http://schemas.openxmlformats.org/drawingml/2006/main">
              <a:ext uri="{FF2B5EF4-FFF2-40B4-BE49-F238E27FC236}">
                <a16:creationId xmlns:a16="http://schemas.microsoft.com/office/drawing/2014/main" id="{A97E1894-4A43-44CC-BA5E-7392FB9D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rPr>
              <a:t>共用認證與 HTTP</a:t>
            </a:r>
          </a:p>
        </p:txBody>
      </p:sp>
      <p:sp>
        <p:nvSpPr>
          <p:cNvPr id="14" name="layer-label-api">
            <a:extLst xmlns:a="http://schemas.openxmlformats.org/drawingml/2006/main">
              <a:ext uri="{FF2B5EF4-FFF2-40B4-BE49-F238E27FC236}">
                <a16:creationId xmlns:a16="http://schemas.microsoft.com/office/drawing/2014/main" id="{32A28BDC-18D3-4236-832F-E6671114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rPr>
              <a:t>業務 API</a:t>
            </a:r>
          </a:p>
        </p:txBody>
      </p:sp>
      <p:sp>
        <p:nvSpPr>
          <p:cNvPr id="15" name="layer-label-data">
            <a:extLst xmlns:a="http://schemas.openxmlformats.org/drawingml/2006/main">
              <a:ext uri="{FF2B5EF4-FFF2-40B4-BE49-F238E27FC236}">
                <a16:creationId xmlns:a16="http://schemas.microsoft.com/office/drawing/2014/main" id="{B899AE4E-C479-4A70-8DA1-D81ADA4C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rPr>
              <a:t>資料與外部服務</a:t>
            </a:r>
          </a:p>
        </p:txBody>
      </p:sp>
      <p:sp>
        <p:nvSpPr>
          <p:cNvPr id="16" name="storefront-card">
            <a:extLst xmlns:a="http://schemas.openxmlformats.org/drawingml/2006/main">
              <a:ext uri="{FF2B5EF4-FFF2-40B4-BE49-F238E27FC236}">
                <a16:creationId xmlns:a16="http://schemas.microsoft.com/office/drawing/2014/main" id="{584DE37B-F7EF-4BF0-91EA-FAE8B281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4300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22860">
            <a:solidFill>
              <a:srgbClr val="F059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torefront-card-accent">
            <a:extLst xmlns:a="http://schemas.openxmlformats.org/drawingml/2006/main">
              <a:ext uri="{FF2B5EF4-FFF2-40B4-BE49-F238E27FC236}">
                <a16:creationId xmlns:a16="http://schemas.microsoft.com/office/drawing/2014/main" id="{F472AE01-936A-4952-A7BE-3DC8F3E5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430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orefront-card-title">
            <a:extLst xmlns:a="http://schemas.openxmlformats.org/drawingml/2006/main">
              <a:ext uri="{FF2B5EF4-FFF2-40B4-BE49-F238E27FC236}">
                <a16:creationId xmlns:a16="http://schemas.microsoft.com/office/drawing/2014/main" id="{83D5F385-5BF1-4F05-83F1-B23A340D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0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購物商城</a:t>
            </a:r>
          </a:p>
        </p:txBody>
      </p:sp>
      <p:sp>
        <p:nvSpPr>
          <p:cNvPr id="19" name="storefront-card-body">
            <a:extLst xmlns:a="http://schemas.openxmlformats.org/drawingml/2006/main">
              <a:ext uri="{FF2B5EF4-FFF2-40B4-BE49-F238E27FC236}">
                <a16:creationId xmlns:a16="http://schemas.microsoft.com/office/drawing/2014/main" id="{0ED9D80D-4BAA-49F2-A449-A584E400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04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商品｜購物車｜會員</a:t>
            </a:r>
          </a:p>
        </p:txBody>
      </p:sp>
      <p:sp>
        <p:nvSpPr>
          <p:cNvPr id="20" name="booking-card">
            <a:extLst xmlns:a="http://schemas.openxmlformats.org/drawingml/2006/main">
              <a:ext uri="{FF2B5EF4-FFF2-40B4-BE49-F238E27FC236}">
                <a16:creationId xmlns:a16="http://schemas.microsoft.com/office/drawing/2014/main" id="{A6C46FEE-8AE6-4706-A9F0-B74A133B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4300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22860">
            <a:solidFill>
              <a:srgbClr val="90C11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booking-card-accent">
            <a:extLst xmlns:a="http://schemas.openxmlformats.org/drawingml/2006/main">
              <a:ext uri="{FF2B5EF4-FFF2-40B4-BE49-F238E27FC236}">
                <a16:creationId xmlns:a16="http://schemas.microsoft.com/office/drawing/2014/main" id="{4812605C-9CEC-4130-8B92-0327F48C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430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C1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oking-card-title">
            <a:extLst xmlns:a="http://schemas.openxmlformats.org/drawingml/2006/main">
              <a:ext uri="{FF2B5EF4-FFF2-40B4-BE49-F238E27FC236}">
                <a16:creationId xmlns:a16="http://schemas.microsoft.com/office/drawing/2014/main" id="{65F0258F-5523-4F09-A6F4-BA3FBE80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20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營位預約</a:t>
            </a:r>
          </a:p>
        </p:txBody>
      </p:sp>
      <p:sp>
        <p:nvSpPr>
          <p:cNvPr id="23" name="booking-card-body">
            <a:extLst xmlns:a="http://schemas.openxmlformats.org/drawingml/2006/main">
              <a:ext uri="{FF2B5EF4-FFF2-40B4-BE49-F238E27FC236}">
                <a16:creationId xmlns:a16="http://schemas.microsoft.com/office/drawing/2014/main" id="{9FDFE095-D539-41B7-A538-88EBE66D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04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搜尋｜預約｜租借</a:t>
            </a:r>
          </a:p>
        </p:txBody>
      </p:sp>
      <p:sp>
        <p:nvSpPr>
          <p:cNvPr id="24" name="admin-card">
            <a:extLst xmlns:a="http://schemas.openxmlformats.org/drawingml/2006/main">
              <a:ext uri="{FF2B5EF4-FFF2-40B4-BE49-F238E27FC236}">
                <a16:creationId xmlns:a16="http://schemas.microsoft.com/office/drawing/2014/main" id="{226954F4-67EC-406B-A925-3329336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22860">
            <a:solidFill>
              <a:srgbClr val="6ECB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admin-card-accent">
            <a:extLst xmlns:a="http://schemas.openxmlformats.org/drawingml/2006/main">
              <a:ext uri="{FF2B5EF4-FFF2-40B4-BE49-F238E27FC236}">
                <a16:creationId xmlns:a16="http://schemas.microsoft.com/office/drawing/2014/main" id="{9DA2BE14-C12B-44E5-A76E-57B0CAC6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dmin-card-title">
            <a:extLst xmlns:a="http://schemas.openxmlformats.org/drawingml/2006/main">
              <a:ext uri="{FF2B5EF4-FFF2-40B4-BE49-F238E27FC236}">
                <a16:creationId xmlns:a16="http://schemas.microsoft.com/office/drawing/2014/main" id="{F451F501-A37D-4D85-9782-654E2CA6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0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營運後台</a:t>
            </a:r>
          </a:p>
        </p:txBody>
      </p:sp>
      <p:sp>
        <p:nvSpPr>
          <p:cNvPr id="27" name="admin-card-body">
            <a:extLst xmlns:a="http://schemas.openxmlformats.org/drawingml/2006/main">
              <a:ext uri="{FF2B5EF4-FFF2-40B4-BE49-F238E27FC236}">
                <a16:creationId xmlns:a16="http://schemas.microsoft.com/office/drawing/2014/main" id="{104FCFB8-EB0B-40B6-8756-8AF52C60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04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RBAC｜庫存｜訂單</a:t>
            </a:r>
          </a:p>
        </p:txBody>
      </p:sp>
      <p:sp>
        <p:nvSpPr>
          <p:cNvPr id="28" name="client-card">
            <a:extLst xmlns:a="http://schemas.openxmlformats.org/drawingml/2006/main">
              <a:ext uri="{FF2B5EF4-FFF2-40B4-BE49-F238E27FC236}">
                <a16:creationId xmlns:a16="http://schemas.microsoft.com/office/drawing/2014/main" id="{3FB42D18-B526-499E-9539-791E5EB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9825"/>
            <a:ext cx="3714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22860">
            <a:solidFill>
              <a:srgbClr val="FFC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client-card-accent">
            <a:extLst xmlns:a="http://schemas.openxmlformats.org/drawingml/2006/main">
              <a:ext uri="{FF2B5EF4-FFF2-40B4-BE49-F238E27FC236}">
                <a16:creationId xmlns:a16="http://schemas.microsoft.com/office/drawing/2014/main" id="{640A049E-F393-42EB-B139-9D8A1EF8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98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ient-card-title">
            <a:extLst xmlns:a="http://schemas.openxmlformats.org/drawingml/2006/main">
              <a:ext uri="{FF2B5EF4-FFF2-40B4-BE49-F238E27FC236}">
                <a16:creationId xmlns:a16="http://schemas.microsoft.com/office/drawing/2014/main" id="{C741B6CC-58A8-4B3C-8ADD-2952B99C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669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AppAuth ＋ ApiClient</a:t>
            </a:r>
          </a:p>
        </p:txBody>
      </p:sp>
      <p:sp>
        <p:nvSpPr>
          <p:cNvPr id="31" name="client-card-body">
            <a:extLst xmlns:a="http://schemas.openxmlformats.org/drawingml/2006/main">
              <a:ext uri="{FF2B5EF4-FFF2-40B4-BE49-F238E27FC236}">
                <a16:creationId xmlns:a16="http://schemas.microsoft.com/office/drawing/2014/main" id="{BD03836E-9920-4111-AF74-18FF161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717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ID Token｜Bearer｜REST</a:t>
            </a:r>
          </a:p>
        </p:txBody>
      </p:sp>
      <p:sp>
        <p:nvSpPr>
          <p:cNvPr id="32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285689C0-A2EA-4703-A6FD-FDFB39B7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555" y="72009"/>
            <a:ext cx="8640985" cy="692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</a:rPr>
              <a:t>專案系統架構</a:t>
            </a:r>
          </a:p>
        </p:txBody>
      </p:sp>
      <p:sp>
        <p:nvSpPr>
          <p:cNvPr id="33" name="firebase-card">
            <a:extLst xmlns:a="http://schemas.openxmlformats.org/drawingml/2006/main">
              <a:ext uri="{FF2B5EF4-FFF2-40B4-BE49-F238E27FC236}">
                <a16:creationId xmlns:a16="http://schemas.microsoft.com/office/drawing/2014/main" id="{10C1D128-0571-4C06-8BA3-7830A397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76475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22860">
            <a:solidFill>
              <a:srgbClr val="6ECB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firebase-card-accent">
            <a:extLst xmlns:a="http://schemas.openxmlformats.org/drawingml/2006/main">
              <a:ext uri="{FF2B5EF4-FFF2-40B4-BE49-F238E27FC236}">
                <a16:creationId xmlns:a16="http://schemas.microsoft.com/office/drawing/2014/main" id="{7107B4AF-D7B9-4BBB-B780-9AFDF18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76475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irebase-card-title">
            <a:extLst xmlns:a="http://schemas.openxmlformats.org/drawingml/2006/main">
              <a:ext uri="{FF2B5EF4-FFF2-40B4-BE49-F238E27FC236}">
                <a16:creationId xmlns:a16="http://schemas.microsoft.com/office/drawing/2014/main" id="{BE63AFDF-CE32-4720-A371-3464326C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Firebase Auth</a:t>
            </a:r>
          </a:p>
        </p:txBody>
      </p:sp>
      <p:sp>
        <p:nvSpPr>
          <p:cNvPr id="36" name="firebase-card-body">
            <a:extLst xmlns:a="http://schemas.openxmlformats.org/drawingml/2006/main">
              <a:ext uri="{FF2B5EF4-FFF2-40B4-BE49-F238E27FC236}">
                <a16:creationId xmlns:a16="http://schemas.microsoft.com/office/drawing/2014/main" id="{2EA1D13C-0A50-4480-8045-E9E211A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384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Google・Facebook</a:t>
            </a:r>
          </a:p>
          <a:p xmlns:a="http://schemas.openxmlformats.org/drawingml/2006/main">
            <a:pPr algn="ctr">
              <a:def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LINE OIDC</a:t>
            </a:r>
          </a:p>
        </p:txBody>
      </p:sp>
      <p:sp>
        <p:nvSpPr>
          <p:cNvPr id="37" name="spring-card">
            <a:extLst xmlns:a="http://schemas.openxmlformats.org/drawingml/2006/main">
              <a:ext uri="{FF2B5EF4-FFF2-40B4-BE49-F238E27FC236}">
                <a16:creationId xmlns:a16="http://schemas.microsoft.com/office/drawing/2014/main" id="{97C972DE-3C6C-4903-9917-36B6B53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2350"/>
            <a:ext cx="666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22860">
            <a:solidFill>
              <a:srgbClr val="F059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spring-card-accent">
            <a:extLst xmlns:a="http://schemas.openxmlformats.org/drawingml/2006/main">
              <a:ext uri="{FF2B5EF4-FFF2-40B4-BE49-F238E27FC236}">
                <a16:creationId xmlns:a16="http://schemas.microsoft.com/office/drawing/2014/main" id="{B7DAF14E-CEF9-4E85-9A5D-BDAF7623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23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pring-card-title">
            <a:extLst xmlns:a="http://schemas.openxmlformats.org/drawingml/2006/main">
              <a:ext uri="{FF2B5EF4-FFF2-40B4-BE49-F238E27FC236}">
                <a16:creationId xmlns:a16="http://schemas.microsoft.com/office/drawing/2014/main" id="{4E04A5FC-A50D-47C3-8F16-9B1035D3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195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Spring Boot REST API</a:t>
            </a:r>
          </a:p>
        </p:txBody>
      </p:sp>
      <p:sp>
        <p:nvSpPr>
          <p:cNvPr id="40" name="spring-card-body">
            <a:extLst xmlns:a="http://schemas.openxmlformats.org/drawingml/2006/main">
              <a:ext uri="{FF2B5EF4-FFF2-40B4-BE49-F238E27FC236}">
                <a16:creationId xmlns:a16="http://schemas.microsoft.com/office/drawing/2014/main" id="{BA3378A1-4EFE-4E31-A85F-030248D3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2430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Security｜Firebase Token｜Admin RBAC</a:t>
            </a:r>
          </a:p>
          <a:p xmlns:a="http://schemas.openxmlformats.org/drawingml/2006/main">
            <a:pPr algn="ctr">
              <a:def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Catalog｜Checkout｜Booking</a:t>
            </a:r>
          </a:p>
          <a:p xmlns:a="http://schemas.openxmlformats.org/drawingml/2006/main">
            <a:pPr algn="ctr">
              <a:def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Customer｜Coupon｜Inventory</a:t>
            </a:r>
          </a:p>
        </p:txBody>
      </p:sp>
      <p:sp>
        <p:nvSpPr>
          <p:cNvPr id="41" name="postgres-card">
            <a:extLst xmlns:a="http://schemas.openxmlformats.org/drawingml/2006/main">
              <a:ext uri="{FF2B5EF4-FFF2-40B4-BE49-F238E27FC236}">
                <a16:creationId xmlns:a16="http://schemas.microsoft.com/office/drawing/2014/main" id="{AE8ED312-A4D8-4DA9-8489-3E372922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2857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22860">
            <a:solidFill>
              <a:srgbClr val="2D8F9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postgres-card-accent">
            <a:extLst xmlns:a="http://schemas.openxmlformats.org/drawingml/2006/main">
              <a:ext uri="{FF2B5EF4-FFF2-40B4-BE49-F238E27FC236}">
                <a16:creationId xmlns:a16="http://schemas.microsoft.com/office/drawing/2014/main" id="{87312089-0557-4F42-B7F1-D8162C7F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ostgres-card-title">
            <a:extLst xmlns:a="http://schemas.openxmlformats.org/drawingml/2006/main">
              <a:ext uri="{FF2B5EF4-FFF2-40B4-BE49-F238E27FC236}">
                <a16:creationId xmlns:a16="http://schemas.microsoft.com/office/drawing/2014/main" id="{A3839581-06B7-472A-ADFE-AD658B8C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34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PostgreSQL 16</a:t>
            </a:r>
          </a:p>
        </p:txBody>
      </p:sp>
      <p:sp>
        <p:nvSpPr>
          <p:cNvPr id="44" name="postgres-card-body">
            <a:extLst xmlns:a="http://schemas.openxmlformats.org/drawingml/2006/main">
              <a:ext uri="{FF2B5EF4-FFF2-40B4-BE49-F238E27FC236}">
                <a16:creationId xmlns:a16="http://schemas.microsoft.com/office/drawing/2014/main" id="{C267EF99-AF85-47D0-9408-A9E431E8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38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交易｜庫存｜訂單／預約</a:t>
            </a:r>
          </a:p>
        </p:txBody>
      </p:sp>
      <p:sp>
        <p:nvSpPr>
          <p:cNvPr id="45" name="ecpay-card">
            <a:extLst xmlns:a="http://schemas.openxmlformats.org/drawingml/2006/main">
              <a:ext uri="{FF2B5EF4-FFF2-40B4-BE49-F238E27FC236}">
                <a16:creationId xmlns:a16="http://schemas.microsoft.com/office/drawing/2014/main" id="{0A317B3B-55BF-41F9-A458-7B1F01A9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2857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22860">
            <a:solidFill>
              <a:srgbClr val="90C11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ecpay-card-accent">
            <a:extLst xmlns:a="http://schemas.openxmlformats.org/drawingml/2006/main">
              <a:ext uri="{FF2B5EF4-FFF2-40B4-BE49-F238E27FC236}">
                <a16:creationId xmlns:a16="http://schemas.microsoft.com/office/drawing/2014/main" id="{97BA0C44-4DA9-4320-AF73-20966C78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C1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cpay-card-title">
            <a:extLst xmlns:a="http://schemas.openxmlformats.org/drawingml/2006/main">
              <a:ext uri="{FF2B5EF4-FFF2-40B4-BE49-F238E27FC236}">
                <a16:creationId xmlns:a16="http://schemas.microsoft.com/office/drawing/2014/main" id="{3E0A1F19-B4FA-441B-9443-1E267BF8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34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ECPay 金流</a:t>
            </a:r>
          </a:p>
        </p:txBody>
      </p:sp>
      <p:sp>
        <p:nvSpPr>
          <p:cNvPr id="48" name="ecpay-card-body">
            <a:extLst xmlns:a="http://schemas.openxmlformats.org/drawingml/2006/main">
              <a:ext uri="{FF2B5EF4-FFF2-40B4-BE49-F238E27FC236}">
                <a16:creationId xmlns:a16="http://schemas.microsoft.com/office/drawing/2014/main" id="{9482AB9E-6DEB-498F-BACC-BEB4D52A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38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D7D7D7"/>
                </a:solidFill>
                <a:latin typeface="Microsoft JhengHei"/>
                <a:ea typeface="Microsoft JhengHei"/>
                <a:cs typeface="Microsoft JhengHei"/>
              </a:rPr>
              <a:t>簽章表單｜付款通知</a:t>
            </a:r>
          </a:p>
        </p:txBody>
      </p:sp>
    </p:spTree>
    <p:extLst>
      <p:ext uri="{BB962C8B-B14F-4D97-AF65-F5344CB8AC3E}">
        <p14:creationId xmlns:p14="http://schemas.microsoft.com/office/powerpoint/2010/main" val="35777708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內容版面配置區 2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34a91392aa4847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" y="678"/>
            <a:ext cx="9906906" cy="68480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24279"/>
      </p:ext>
    </p:extLst>
  </p:cSld>
</p:sld>
</file>

<file path=ppt/theme/theme1.xml><?xml version="1.0" encoding="utf-8"?>
<a:theme xmlns:a="http://schemas.openxmlformats.org/drawingml/2006/main" name="2020簡報範本_light">
  <a:themeElements>
    <a:clrScheme name="自訂 4">
      <a:dk1>
        <a:srgbClr val="545454"/>
      </a:dk1>
      <a:lt1>
        <a:srgbClr val="FFFFFF"/>
      </a:lt1>
      <a:dk2>
        <a:srgbClr val="C6C6C6"/>
      </a:dk2>
      <a:lt2>
        <a:srgbClr val="F2F2F2"/>
      </a:lt2>
      <a:accent1>
        <a:srgbClr val="FFFFFF"/>
      </a:accent1>
      <a:accent2>
        <a:srgbClr val="2D8F98"/>
      </a:accent2>
      <a:accent3>
        <a:srgbClr val="F0591B"/>
      </a:accent3>
      <a:accent4>
        <a:srgbClr val="FFC000"/>
      </a:accent4>
      <a:accent5>
        <a:srgbClr val="90C115"/>
      </a:accent5>
      <a:accent6>
        <a:srgbClr val="6ECBD4"/>
      </a:accent6>
      <a:hlink>
        <a:srgbClr val="F0591B"/>
      </a:hlink>
      <a:folHlink>
        <a:srgbClr val="2A2A2A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自訂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2026-07-24T03:17:05.6620000Z</dcterms:created>
  <dcterms:modified xsi:type="dcterms:W3CDTF">2026-07-24T03:17:05.6620000Z</dcterms:modified>
</coreProperties>
</file>